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package" ContentType="application/vnd.openxmlformats-officedocument.package"/>
  <Default Extension="png" ContentType="image/pn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charts/chart6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Masters/slideMaster2.xml" ContentType="application/vnd.openxmlformats-officedocument.presentationml.slideMaster+xml"/>
  <Override PartName="/ppt/theme/theme2.xml" ContentType="application/vnd.openxmlformats-officedocument.theme+xml"/>
  <Override PartName="/ppt/slideMasters/slideMaster3.xml" ContentType="application/vnd.openxmlformats-officedocument.presentationml.slideMaster+xml"/>
  <Override PartName="/ppt/theme/theme3.xml" ContentType="application/vnd.openxmlformats-officedocument.theme+xml"/>
  <Override PartName="/ppt/slideMasters/slideMaster4.xml" ContentType="application/vnd.openxmlformats-officedocument.presentationml.slideMaster+xml"/>
  <Override PartName="/ppt/theme/theme4.xml" ContentType="application/vnd.openxmlformats-officedocument.theme+xml"/>
  <Override PartName="/ppt/slideMasters/slideMaster5.xml" ContentType="application/vnd.openxmlformats-officedocument.presentationml.slideMaster+xml"/>
  <Override PartName="/ppt/theme/theme5.xml" ContentType="application/vnd.openxmlformats-officedocument.theme+xml"/>
  <Override PartName="/ppt/slideMasters/slideMaster6.xml" ContentType="application/vnd.openxmlformats-officedocument.presentationml.slideMaster+xml"/>
  <Override PartName="/ppt/theme/theme6.xml" ContentType="application/vnd.openxmlformats-officedocument.theme+xml"/>
  <Override PartName="/ppt/slideMasters/slideMaster7.xml" ContentType="application/vnd.openxmlformats-officedocument.presentationml.slideMaster+xml"/>
  <Override PartName="/ppt/theme/theme7.xml" ContentType="application/vnd.openxmlformats-officedocument.theme+xml"/>
  <Override PartName="/ppt/slideMasters/slideMaster8.xml" ContentType="application/vnd.openxmlformats-officedocument.presentationml.slideMaster+xml"/>
  <Override PartName="/ppt/theme/theme8.xml" ContentType="application/vnd.openxmlformats-officedocument.theme+xml"/>
  <Override PartName="/ppt/slideMasters/slideMaster9.xml" ContentType="application/vnd.openxmlformats-officedocument.presentationml.slideMaster+xml"/>
  <Override PartName="/ppt/theme/theme9.xml" ContentType="application/vnd.openxmlformats-officedocument.theme+xml"/>
  <Override PartName="/ppt/slideMasters/slideMaster10.xml" ContentType="application/vnd.openxmlformats-officedocument.presentationml.slideMaster+xml"/>
  <Override PartName="/ppt/theme/theme10.xml" ContentType="application/vnd.openxmlformats-officedocument.theme+xml"/>
  <Override PartName="/ppt/handoutMasters/handoutMaster1.xml" ContentType="application/vnd.openxmlformats-officedocument.presentationml.handoutMaster+xml"/>
  <Override PartName="/ppt/theme/theme11.xml" ContentType="application/vnd.openxmlformats-officedocument.theme+xml"/>
  <Override PartName="/ppt/notesMasters/notesMaster1.xml" ContentType="application/vnd.openxmlformats-officedocument.presentationml.notesMaster+xml"/>
  <Override PartName="/ppt/theme/theme12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embedTrueTypeFonts="1" saveSubsetFonts="1">
  <p:sldMasterIdLst>
    <p:sldMasterId id="2147484284" r:id="rId68"/>
    <p:sldMasterId id="2147484285" r:id="rId70"/>
    <p:sldMasterId id="2147484286" r:id="rId72"/>
    <p:sldMasterId id="2147484287" r:id="rId74"/>
    <p:sldMasterId id="2147484288" r:id="rId76"/>
    <p:sldMasterId id="2147484289" r:id="rId78"/>
    <p:sldMasterId id="2147484290" r:id="rId80"/>
    <p:sldMasterId id="2147484291" r:id="rId82"/>
    <p:sldMasterId id="2147484292" r:id="rId84"/>
    <p:sldMasterId id="2147484293" r:id="rId86"/>
  </p:sldMasterIdLst>
  <p:notesMasterIdLst>
    <p:notesMasterId r:id="rId90"/>
  </p:notesMasterIdLst>
  <p:handoutMasterIdLst>
    <p:handoutMasterId r:id="rId88"/>
  </p:handoutMasterIdLst>
  <p:sldIdLst>
    <p:sldId id="290" r:id="rId92"/>
    <p:sldId id="286" r:id="rId94"/>
    <p:sldId id="291" r:id="rId95"/>
    <p:sldId id="258" r:id="rId96"/>
    <p:sldId id="277" r:id="rId97"/>
    <p:sldId id="260" r:id="rId98"/>
    <p:sldId id="292" r:id="rId100"/>
    <p:sldId id="293" r:id="rId102"/>
    <p:sldId id="294" r:id="rId104"/>
    <p:sldId id="295" r:id="rId106"/>
    <p:sldId id="296" r:id="rId108"/>
    <p:sldId id="297" r:id="rId109"/>
    <p:sldId id="298" r:id="rId111"/>
    <p:sldId id="299" r:id="rId113"/>
    <p:sldId id="300" r:id="rId114"/>
    <p:sldId id="301" r:id="rId116"/>
    <p:sldId id="302" r:id="rId118"/>
    <p:sldId id="303" r:id="rId120"/>
    <p:sldId id="304" r:id="rId122"/>
    <p:sldId id="271" r:id="rId124"/>
  </p:sldIdLst>
  <p:sldSz cx="9144000" cy="6858000"/>
  <p:notesSz cx="6797675" cy="9926955"/>
  <p:embeddedFontLst>
    <p:embeddedFont>
      <p:font typeface="나눔명조 ExtraBold" pitchFamily="18" charset="-127"/>
      <p:bold r:id="rId1"/>
    </p:embeddedFont>
    <p:embeddedFont>
      <p:font typeface="나눔고딕" pitchFamily="50" charset="-127"/>
      <p:regular r:id="rId5"/>
      <p:bold r:id="rId3"/>
    </p:embeddedFont>
    <p:embeddedFont>
      <p:font typeface="나눔고딕 ExtraBold" pitchFamily="50" charset="-127"/>
      <p:bold r:id="rId2"/>
    </p:embeddedFont>
    <p:embeddedFont>
      <p:font typeface="맑은 고딕" pitchFamily="50" charset="-127"/>
      <p:regular r:id="rId6"/>
      <p:bold r:id="rId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0" orient="horz" pos="205" userDrawn="1">
          <p15:clr>
            <a:srgbClr val="A4A3A4"/>
          </p15:clr>
        </p15:guide>
        <p15:guide id="1" orient="horz" pos="4111" userDrawn="1">
          <p15:clr>
            <a:srgbClr val="A4A3A4"/>
          </p15:clr>
        </p15:guide>
        <p15:guide id="5" pos="270" userDrawn="1">
          <p15:clr>
            <a:srgbClr val="A4A3A4"/>
          </p15:clr>
        </p15:guide>
        <p15:guide id="6" pos="5490" userDrawn="1">
          <p15:clr>
            <a:srgbClr val="A4A3A4"/>
          </p15:clr>
        </p15:guide>
        <p15:guide id="7" pos="15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  <p:clrMru>
    <a:srgbClr val="99CCFF"/>
    <a:srgbClr val="2D2D2D"/>
    <a:srgbClr val="373737"/>
    <a:srgbClr val="323232"/>
    <a:srgbClr val="282828"/>
    <a:srgbClr val="00D0C6"/>
    <a:srgbClr val="0082B0"/>
    <a:srgbClr val="00708A"/>
    <a:srgbClr val="106EA8"/>
    <a:srgbClr val="097399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outlineView">
  <p:normalViewPr showOutlineIcons="0" horzBarState="maximized">
    <p:restoredLeft sz="12402" autoAdjust="0"/>
    <p:restoredTop sz="86364" autoAdjust="0"/>
  </p:normalViewPr>
  <p:slideViewPr>
    <p:cSldViewPr snapToGrid="1" snapToObjects="1">
      <p:cViewPr>
        <p:scale>
          <a:sx n="66" d="100"/>
          <a:sy n="66" d="100"/>
        </p:scale>
        <p:origin x="-1410" y="-366"/>
      </p:cViewPr>
      <p:guideLst>
        <p:guide orient="horz" pos="205"/>
        <p:guide orient="horz" pos="4111"/>
        <p:guide pos="270"/>
        <p:guide pos="5490"/>
        <p:guide pos="151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1" snapToObjects="1">
      <p:cViewPr varScale="1">
        <p:scale>
          <a:sx n="52" d="100"/>
          <a:sy n="52" d="100"/>
        </p:scale>
        <p:origin x="-2580" y="-90"/>
      </p:cViewPr>
      <p:guideLst>
        <p:guide orient="horz" pos="205"/>
        <p:guide orient="horz" pos="4111"/>
        <p:guide pos="270"/>
        <p:guide pos="5490"/>
        <p:guide pos="1514"/>
      </p:guideLst>
    </p:cSldViewPr>
  </p:notesViewPr>
  <p:gridSpacing cx="73736200" cy="73736200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font" Target="fonts/font1.fntdata"></Relationship><Relationship Id="rId2" Type="http://schemas.openxmlformats.org/officeDocument/2006/relationships/font" Target="fonts/font4.fntdata"></Relationship><Relationship Id="rId3" Type="http://schemas.openxmlformats.org/officeDocument/2006/relationships/font" Target="fonts/font3.fntdata"></Relationship><Relationship Id="rId4" Type="http://schemas.openxmlformats.org/officeDocument/2006/relationships/font" Target="fonts/font6.fntdata"></Relationship><Relationship Id="rId5" Type="http://schemas.openxmlformats.org/officeDocument/2006/relationships/font" Target="fonts/font2.fntdata"></Relationship><Relationship Id="rId6" Type="http://schemas.openxmlformats.org/officeDocument/2006/relationships/font" Target="fonts/font5.fntdata"></Relationship><Relationship Id="rId7" Type="http://schemas.openxmlformats.org/officeDocument/2006/relationships/tableStyles" Target="tableStyles.xml"></Relationship><Relationship Id="rId68" Type="http://schemas.openxmlformats.org/officeDocument/2006/relationships/slideMaster" Target="slideMasters/slideMaster1.xml"></Relationship><Relationship Id="rId69" Type="http://schemas.openxmlformats.org/officeDocument/2006/relationships/theme" Target="theme/theme1.xml"></Relationship><Relationship Id="rId70" Type="http://schemas.openxmlformats.org/officeDocument/2006/relationships/slideMaster" Target="slideMasters/slideMaster2.xml"></Relationship><Relationship Id="rId72" Type="http://schemas.openxmlformats.org/officeDocument/2006/relationships/slideMaster" Target="slideMasters/slideMaster3.xml"></Relationship><Relationship Id="rId74" Type="http://schemas.openxmlformats.org/officeDocument/2006/relationships/slideMaster" Target="slideMasters/slideMaster4.xml"></Relationship><Relationship Id="rId76" Type="http://schemas.openxmlformats.org/officeDocument/2006/relationships/slideMaster" Target="slideMasters/slideMaster5.xml"></Relationship><Relationship Id="rId78" Type="http://schemas.openxmlformats.org/officeDocument/2006/relationships/slideMaster" Target="slideMasters/slideMaster6.xml"></Relationship><Relationship Id="rId80" Type="http://schemas.openxmlformats.org/officeDocument/2006/relationships/slideMaster" Target="slideMasters/slideMaster7.xml"></Relationship><Relationship Id="rId82" Type="http://schemas.openxmlformats.org/officeDocument/2006/relationships/slideMaster" Target="slideMasters/slideMaster8.xml"></Relationship><Relationship Id="rId84" Type="http://schemas.openxmlformats.org/officeDocument/2006/relationships/slideMaster" Target="slideMasters/slideMaster9.xml"></Relationship><Relationship Id="rId86" Type="http://schemas.openxmlformats.org/officeDocument/2006/relationships/slideMaster" Target="slideMasters/slideMaster10.xml"></Relationship><Relationship Id="rId88" Type="http://schemas.openxmlformats.org/officeDocument/2006/relationships/handoutMaster" Target="handoutMasters/handoutMaster1.xml"></Relationship><Relationship Id="rId90" Type="http://schemas.openxmlformats.org/officeDocument/2006/relationships/notesMaster" Target="notesMasters/notesMaster1.xml"></Relationship><Relationship Id="rId92" Type="http://schemas.openxmlformats.org/officeDocument/2006/relationships/slide" Target="slides/slide1.xml"></Relationship><Relationship Id="rId94" Type="http://schemas.openxmlformats.org/officeDocument/2006/relationships/slide" Target="slides/slide2.xml"></Relationship><Relationship Id="rId95" Type="http://schemas.openxmlformats.org/officeDocument/2006/relationships/slide" Target="slides/slide3.xml"></Relationship><Relationship Id="rId96" Type="http://schemas.openxmlformats.org/officeDocument/2006/relationships/slide" Target="slides/slide4.xml"></Relationship><Relationship Id="rId97" Type="http://schemas.openxmlformats.org/officeDocument/2006/relationships/slide" Target="slides/slide5.xml"></Relationship><Relationship Id="rId98" Type="http://schemas.openxmlformats.org/officeDocument/2006/relationships/slide" Target="slides/slide6.xml"></Relationship><Relationship Id="rId100" Type="http://schemas.openxmlformats.org/officeDocument/2006/relationships/slide" Target="slides/slide7.xml"></Relationship><Relationship Id="rId102" Type="http://schemas.openxmlformats.org/officeDocument/2006/relationships/slide" Target="slides/slide8.xml"></Relationship><Relationship Id="rId104" Type="http://schemas.openxmlformats.org/officeDocument/2006/relationships/slide" Target="slides/slide9.xml"></Relationship><Relationship Id="rId106" Type="http://schemas.openxmlformats.org/officeDocument/2006/relationships/slide" Target="slides/slide10.xml"></Relationship><Relationship Id="rId108" Type="http://schemas.openxmlformats.org/officeDocument/2006/relationships/slide" Target="slides/slide11.xml"></Relationship><Relationship Id="rId109" Type="http://schemas.openxmlformats.org/officeDocument/2006/relationships/slide" Target="slides/slide12.xml"></Relationship><Relationship Id="rId111" Type="http://schemas.openxmlformats.org/officeDocument/2006/relationships/slide" Target="slides/slide13.xml"></Relationship><Relationship Id="rId113" Type="http://schemas.openxmlformats.org/officeDocument/2006/relationships/slide" Target="slides/slide14.xml"></Relationship><Relationship Id="rId114" Type="http://schemas.openxmlformats.org/officeDocument/2006/relationships/slide" Target="slides/slide15.xml"></Relationship><Relationship Id="rId116" Type="http://schemas.openxmlformats.org/officeDocument/2006/relationships/slide" Target="slides/slide16.xml"></Relationship><Relationship Id="rId118" Type="http://schemas.openxmlformats.org/officeDocument/2006/relationships/slide" Target="slides/slide17.xml"></Relationship><Relationship Id="rId120" Type="http://schemas.openxmlformats.org/officeDocument/2006/relationships/slide" Target="slides/slide18.xml"></Relationship><Relationship Id="rId122" Type="http://schemas.openxmlformats.org/officeDocument/2006/relationships/slide" Target="slides/slide19.xml"></Relationship><Relationship Id="rId124" Type="http://schemas.openxmlformats.org/officeDocument/2006/relationships/slide" Target="slides/slide20.xml"></Relationship><Relationship Id="rId126" Type="http://schemas.openxmlformats.org/officeDocument/2006/relationships/viewProps" Target="viewProps.xml"></Relationship><Relationship Id="rId127" Type="http://schemas.openxmlformats.org/officeDocument/2006/relationships/presProps" Target="presProps.xml"></Relationship></Relationships>
</file>

<file path=ppt/handoutMasters/_rels/handoutMaster1.xml.rels><?xml version="1.0" encoding="UTF-8"?>
<Relationships xmlns="http://schemas.openxmlformats.org/package/2006/relationships"><Relationship Id="rId1" Type="http://schemas.openxmlformats.org/officeDocument/2006/relationships/theme" Target="../theme/theme11.xml"></Relationship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CECFA4-89E8-4268-9C88-1ED14DC42D0E}" type="datetimeFigureOut">
              <a:rPr lang="ko-KR" altLang="en-US" smtClean="0"/>
              <a:pPr/>
              <a:t>2011-10-19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51E4FE-08F6-4517-BD2F-2D3EFB00A39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AEEFE4-19A1-4A65-B089-0C267B1C7D65}" type="datetimeFigureOut">
              <a:rPr lang="ko-KR" altLang="en-US" smtClean="0"/>
              <a:pPr/>
              <a:t>2011-10-19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806550" y="661253"/>
            <a:ext cx="5184576" cy="388925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76184B-23F9-4FFD-8DCA-0B8A99BF55F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_rels/notesSlide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6.xml"></Relationship></Relationships>
</file>

<file path=ppt/notesSlides/_rels/notesSlide7.xml.rels><?xml version="1.0" encoding="UTF-8"?>
<Relationships xmlns="http://schemas.openxmlformats.org/package/2006/relationships"><Relationship Id="rId2" Type="http://schemas.openxmlformats.org/officeDocument/2006/relationships/notesMaster" Target="../notesMasters/notesMaster1.xml"></Relationship><Relationship Id="rId3" Type="http://schemas.openxmlformats.org/officeDocument/2006/relationships/slide" Target="../slides/slide7.xml"></Relationship></Relationships>
</file>

<file path=ppt/notesSlides/_rels/notesSlide8.xml.rels><?xml version="1.0" encoding="UTF-8"?>
<Relationships xmlns="http://schemas.openxmlformats.org/package/2006/relationships"><Relationship Id="rId2" Type="http://schemas.openxmlformats.org/officeDocument/2006/relationships/notesMaster" Target="../notesMasters/notesMaster1.xml"></Relationship><Relationship Id="rId3" Type="http://schemas.openxmlformats.org/officeDocument/2006/relationships/slide" Target="../slides/slide8.xml"></Relationship></Relationships>
</file>

<file path=ppt/notesSlides/_rels/notesSlide9.xml.rels><?xml version="1.0" encoding="UTF-8"?>
<Relationships xmlns="http://schemas.openxmlformats.org/package/2006/relationships"><Relationship Id="rId2" Type="http://schemas.openxmlformats.org/officeDocument/2006/relationships/notesMaster" Target="../notesMasters/notesMaster1.xml"></Relationship><Relationship Id="rId3" Type="http://schemas.openxmlformats.org/officeDocument/2006/relationships/slide" Target="../slides/slide9.xml"></Relationship></Relationships>
</file>

<file path=ppt/notesSlides/_rels/notesSlide10.xml.rels><?xml version="1.0" encoding="UTF-8"?>
<Relationships xmlns="http://schemas.openxmlformats.org/package/2006/relationships"><Relationship Id="rId2" Type="http://schemas.openxmlformats.org/officeDocument/2006/relationships/notesMaster" Target="../notesMasters/notesMaster1.xml"></Relationship><Relationship Id="rId3" Type="http://schemas.openxmlformats.org/officeDocument/2006/relationships/slide" Target="../slides/slide10.xml"></Relationship></Relationships>
</file>

<file path=ppt/notesSlides/_rels/notesSlide12.xml.rels><?xml version="1.0" encoding="UTF-8"?>
<Relationships xmlns="http://schemas.openxmlformats.org/package/2006/relationships"><Relationship Id="rId2" Type="http://schemas.openxmlformats.org/officeDocument/2006/relationships/notesMaster" Target="../notesMasters/notesMaster1.xml"></Relationship><Relationship Id="rId3" Type="http://schemas.openxmlformats.org/officeDocument/2006/relationships/slide" Target="../slides/slide12.xml"></Relationship></Relationships>
</file>

<file path=ppt/notesSlides/_rels/notesSlide13.xml.rels><?xml version="1.0" encoding="UTF-8"?>
<Relationships xmlns="http://schemas.openxmlformats.org/package/2006/relationships"><Relationship Id="rId2" Type="http://schemas.openxmlformats.org/officeDocument/2006/relationships/notesMaster" Target="../notesMasters/notesMaster1.xml"></Relationship><Relationship Id="rId3" Type="http://schemas.openxmlformats.org/officeDocument/2006/relationships/slide" Target="../slides/slide13.xml"></Relationship></Relationships>
</file>

<file path=ppt/notesSlides/_rels/notesSlide14.xml.rels><?xml version="1.0" encoding="UTF-8"?>
<Relationships xmlns="http://schemas.openxmlformats.org/package/2006/relationships"><Relationship Id="rId2" Type="http://schemas.openxmlformats.org/officeDocument/2006/relationships/notesMaster" Target="../notesMasters/notesMaster1.xml"></Relationship><Relationship Id="rId3" Type="http://schemas.openxmlformats.org/officeDocument/2006/relationships/slide" Target="../slides/slide14.xml"></Relationship></Relationships>
</file>

<file path=ppt/notesSlides/_rels/notesSlide15.xml.rels><?xml version="1.0" encoding="UTF-8"?>
<Relationships xmlns="http://schemas.openxmlformats.org/package/2006/relationships"><Relationship Id="rId2" Type="http://schemas.openxmlformats.org/officeDocument/2006/relationships/notesMaster" Target="../notesMasters/notesMaster1.xml"></Relationship><Relationship Id="rId3" Type="http://schemas.openxmlformats.org/officeDocument/2006/relationships/slide" Target="../slides/slide15.xml"></Relationship></Relationships>
</file>

<file path=ppt/notesSlides/_rels/notesSlide16.xml.rels><?xml version="1.0" encoding="UTF-8"?>
<Relationships xmlns="http://schemas.openxmlformats.org/package/2006/relationships"><Relationship Id="rId2" Type="http://schemas.openxmlformats.org/officeDocument/2006/relationships/notesMaster" Target="../notesMasters/notesMaster1.xml"></Relationship><Relationship Id="rId3" Type="http://schemas.openxmlformats.org/officeDocument/2006/relationships/slide" Target="../slides/slide16.xml"></Relationship></Relationships>
</file>

<file path=ppt/notesSlides/_rels/notesSlide17.xml.rels><?xml version="1.0" encoding="UTF-8"?>
<Relationships xmlns="http://schemas.openxmlformats.org/package/2006/relationships"><Relationship Id="rId2" Type="http://schemas.openxmlformats.org/officeDocument/2006/relationships/notesMaster" Target="../notesMasters/notesMaster1.xml"></Relationship><Relationship Id="rId3" Type="http://schemas.openxmlformats.org/officeDocument/2006/relationships/slide" Target="../slides/slide17.xml"></Relationship></Relationships>
</file>

<file path=ppt/notesSlides/_rels/notesSlide18.xml.rels><?xml version="1.0" encoding="UTF-8"?>
<Relationships xmlns="http://schemas.openxmlformats.org/package/2006/relationships"><Relationship Id="rId2" Type="http://schemas.openxmlformats.org/officeDocument/2006/relationships/notesMaster" Target="../notesMasters/notesMaster1.xml"></Relationship><Relationship Id="rId3" Type="http://schemas.openxmlformats.org/officeDocument/2006/relationships/slide" Target="../slides/slide18.xml"></Relationship></Relationships>
</file>

<file path=ppt/notesSlides/_rels/notesSlide19.xml.rels><?xml version="1.0" encoding="UTF-8"?>
<Relationships xmlns="http://schemas.openxmlformats.org/package/2006/relationships"><Relationship Id="rId2" Type="http://schemas.openxmlformats.org/officeDocument/2006/relationships/notesMaster" Target="../notesMasters/notesMaster1.xml"></Relationship><Relationship Id="rId3" Type="http://schemas.openxmlformats.org/officeDocument/2006/relationships/slide" Target="../slides/slide19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806450" y="661988"/>
            <a:ext cx="5184775" cy="3887787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6184B-23F9-4FFD-8DCA-0B8A99BF55FF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806450" y="661988"/>
            <a:ext cx="5184775" cy="3887787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6184B-23F9-4FFD-8DCA-0B8A99BF55FF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온라인 이미지 개체 틀 1"/>
          <p:cNvSpPr>
            <a:spLocks noChangeAspect="1"/>
          </p:cNvSpPr>
          <p:nvPr>
            <p:ph type="sldImg"/>
          </p:nvPr>
        </p:nvSpPr>
        <p:spPr>
          <a:xfrm rot="0">
            <a:off x="806450" y="662305"/>
            <a:ext cx="5185410" cy="3888105"/>
          </a:xfrm>
          <a:prstGeom prst="rect"/>
          <a:noFill/>
          <a:ln w="12700" cap="flat" cmpd="sng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 algn="just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3" name="텍스트 개체 틀 2"/>
          <p:cNvSpPr txBox="1">
            <a:spLocks/>
          </p:cNvSpPr>
          <p:nvPr>
            <p:ph type="body" idx="1"/>
          </p:nvPr>
        </p:nvSpPr>
        <p:spPr>
          <a:xfrm rot="0">
            <a:off x="680085" y="4714875"/>
            <a:ext cx="5438775" cy="4467860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4" name="슬라이드 번호 개체 틀 3"/>
          <p:cNvSpPr txBox="1">
            <a:spLocks/>
          </p:cNvSpPr>
          <p:nvPr>
            <p:ph type="sldNum" idx="10"/>
          </p:nvPr>
        </p:nvSpPr>
        <p:spPr>
          <a:xfrm rot="0">
            <a:off x="3850640" y="9428480"/>
            <a:ext cx="2946400" cy="497205"/>
          </a:xfrm>
          <a:prstGeom prst="rect"/>
        </p:spPr>
        <p:txBody>
          <a:bodyPr wrap="square" lIns="91440" tIns="45720" rIns="91440" bIns="45720" vert="horz" anchor="b">
            <a:noAutofit/>
          </a:bodyPr>
          <a:lstStyle/>
          <a:p>
            <a:pPr marL="0" indent="0" algn="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rPr>
              <a:t>5</a:t>
            </a:fld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0"/>
    </mc:Choice>
    <mc:Fallback>
      <p:transition spd="slow"/>
    </mc:Fallback>
  </mc:AlternateContent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온라인 이미지 개체 틀 1"/>
          <p:cNvSpPr>
            <a:spLocks noChangeAspect="1"/>
          </p:cNvSpPr>
          <p:nvPr>
            <p:ph type="sldImg"/>
          </p:nvPr>
        </p:nvSpPr>
        <p:spPr>
          <a:xfrm rot="0">
            <a:off x="806450" y="662305"/>
            <a:ext cx="5185410" cy="3888105"/>
          </a:xfrm>
          <a:prstGeom prst="rect"/>
          <a:noFill/>
          <a:ln w="12700" cap="flat" cmpd="sng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 algn="just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3" name="텍스트 개체 틀 2"/>
          <p:cNvSpPr txBox="1">
            <a:spLocks/>
          </p:cNvSpPr>
          <p:nvPr>
            <p:ph type="body" idx="1"/>
          </p:nvPr>
        </p:nvSpPr>
        <p:spPr>
          <a:xfrm rot="0">
            <a:off x="680085" y="4714875"/>
            <a:ext cx="5438775" cy="4467860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4" name="슬라이드 번호 개체 틀 3"/>
          <p:cNvSpPr txBox="1">
            <a:spLocks/>
          </p:cNvSpPr>
          <p:nvPr>
            <p:ph type="sldNum" idx="10"/>
          </p:nvPr>
        </p:nvSpPr>
        <p:spPr>
          <a:xfrm rot="0">
            <a:off x="3850640" y="9428480"/>
            <a:ext cx="2946400" cy="497205"/>
          </a:xfrm>
          <a:prstGeom prst="rect"/>
        </p:spPr>
        <p:txBody>
          <a:bodyPr wrap="square" lIns="91440" tIns="45720" rIns="91440" bIns="45720" vert="horz" anchor="b">
            <a:noAutofit/>
          </a:bodyPr>
          <a:lstStyle/>
          <a:p>
            <a:pPr marL="0" indent="0" algn="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rPr>
              <a:t>5</a:t>
            </a:fld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0"/>
    </mc:Choice>
    <mc:Fallback>
      <p:transition spd="slow"/>
    </mc:Fallback>
  </mc:AlternateContent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온라인 이미지 개체 틀 1"/>
          <p:cNvSpPr>
            <a:spLocks noChangeAspect="1"/>
          </p:cNvSpPr>
          <p:nvPr>
            <p:ph type="sldImg"/>
          </p:nvPr>
        </p:nvSpPr>
        <p:spPr>
          <a:xfrm rot="0">
            <a:off x="806450" y="662305"/>
            <a:ext cx="5186045" cy="3888740"/>
          </a:xfrm>
          <a:prstGeom prst="rect"/>
          <a:noFill/>
          <a:ln w="12700" cap="flat" cmpd="sng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 algn="just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3" name="텍스트 개체 틀 2"/>
          <p:cNvSpPr txBox="1">
            <a:spLocks/>
          </p:cNvSpPr>
          <p:nvPr>
            <p:ph type="body" idx="1"/>
          </p:nvPr>
        </p:nvSpPr>
        <p:spPr>
          <a:xfrm rot="0">
            <a:off x="680085" y="4714875"/>
            <a:ext cx="5439410" cy="44684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4" name="슬라이드 번호 개체 틀 3"/>
          <p:cNvSpPr txBox="1">
            <a:spLocks/>
          </p:cNvSpPr>
          <p:nvPr>
            <p:ph type="sldNum" idx="10"/>
          </p:nvPr>
        </p:nvSpPr>
        <p:spPr>
          <a:xfrm rot="0">
            <a:off x="3850640" y="9428480"/>
            <a:ext cx="2947035" cy="497840"/>
          </a:xfrm>
          <a:prstGeom prst="rect"/>
        </p:spPr>
        <p:txBody>
          <a:bodyPr wrap="square" lIns="91440" tIns="45720" rIns="91440" bIns="45720" vert="horz" anchor="b">
            <a:noAutofit/>
          </a:bodyPr>
          <a:lstStyle/>
          <a:p>
            <a:pPr marL="0" indent="0" algn="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rPr>
              <a:t>5</a:t>
            </a:fld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0"/>
    </mc:Choice>
    <mc:Fallback>
      <p:transition spd="slow"/>
    </mc:Fallback>
  </mc:AlternateContent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온라인 이미지 개체 틀 1"/>
          <p:cNvSpPr>
            <a:spLocks noChangeAspect="1"/>
          </p:cNvSpPr>
          <p:nvPr>
            <p:ph type="sldImg"/>
          </p:nvPr>
        </p:nvSpPr>
        <p:spPr>
          <a:xfrm rot="0">
            <a:off x="806450" y="662305"/>
            <a:ext cx="5186045" cy="3888740"/>
          </a:xfrm>
          <a:prstGeom prst="rect"/>
          <a:noFill/>
          <a:ln w="12700" cap="flat" cmpd="sng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 algn="just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3" name="텍스트 개체 틀 2"/>
          <p:cNvSpPr txBox="1">
            <a:spLocks/>
          </p:cNvSpPr>
          <p:nvPr>
            <p:ph type="body" idx="1"/>
          </p:nvPr>
        </p:nvSpPr>
        <p:spPr>
          <a:xfrm rot="0">
            <a:off x="680085" y="4714875"/>
            <a:ext cx="5439410" cy="44684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4" name="슬라이드 번호 개체 틀 3"/>
          <p:cNvSpPr txBox="1">
            <a:spLocks/>
          </p:cNvSpPr>
          <p:nvPr>
            <p:ph type="sldNum" idx="10"/>
          </p:nvPr>
        </p:nvSpPr>
        <p:spPr>
          <a:xfrm rot="0">
            <a:off x="3850640" y="9428480"/>
            <a:ext cx="2947035" cy="497840"/>
          </a:xfrm>
          <a:prstGeom prst="rect"/>
        </p:spPr>
        <p:txBody>
          <a:bodyPr wrap="square" lIns="91440" tIns="45720" rIns="91440" bIns="45720" vert="horz" anchor="b">
            <a:noAutofit/>
          </a:bodyPr>
          <a:lstStyle/>
          <a:p>
            <a:pPr marL="0" indent="0" algn="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rPr>
              <a:t>5</a:t>
            </a:fld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0"/>
    </mc:Choice>
    <mc:Fallback>
      <p:transition spd="slow"/>
    </mc:Fallback>
  </mc:AlternateContent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온라인 이미지 개체 틀 1"/>
          <p:cNvSpPr>
            <a:spLocks noChangeAspect="1"/>
          </p:cNvSpPr>
          <p:nvPr>
            <p:ph type="sldImg"/>
          </p:nvPr>
        </p:nvSpPr>
        <p:spPr>
          <a:xfrm rot="0">
            <a:off x="806450" y="662305"/>
            <a:ext cx="5185410" cy="3888105"/>
          </a:xfrm>
          <a:prstGeom prst="rect"/>
          <a:noFill/>
          <a:ln w="12700" cap="flat" cmpd="sng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 algn="just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3" name="텍스트 개체 틀 2"/>
          <p:cNvSpPr txBox="1">
            <a:spLocks/>
          </p:cNvSpPr>
          <p:nvPr>
            <p:ph type="body"/>
          </p:nvPr>
        </p:nvSpPr>
        <p:spPr>
          <a:xfrm rot="0">
            <a:off x="680085" y="4714875"/>
            <a:ext cx="5438775" cy="4467860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4" name="슬라이드 번호 개체 틀 3"/>
          <p:cNvSpPr txBox="1">
            <a:spLocks/>
          </p:cNvSpPr>
          <p:nvPr>
            <p:ph type="sldNum"/>
          </p:nvPr>
        </p:nvSpPr>
        <p:spPr>
          <a:xfrm rot="0">
            <a:off x="3850640" y="9428480"/>
            <a:ext cx="2946400" cy="497205"/>
          </a:xfrm>
          <a:prstGeom prst="rect"/>
        </p:spPr>
        <p:txBody>
          <a:bodyPr wrap="square" lIns="91440" tIns="45720" rIns="91440" bIns="45720" vert="horz" anchor="b">
            <a:noAutofit/>
          </a:bodyPr>
          <a:lstStyle/>
          <a:p>
            <a:pPr marL="0" indent="0" algn="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rPr>
              <a:t>5</a:t>
            </a:fld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0"/>
    </mc:Choice>
    <mc:Fallback>
      <p:transition spd="slow"/>
    </mc:Fallback>
  </mc:AlternateContent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온라인 이미지 개체 틀 1"/>
          <p:cNvSpPr>
            <a:spLocks noChangeAspect="1"/>
          </p:cNvSpPr>
          <p:nvPr>
            <p:ph type="sldImg"/>
          </p:nvPr>
        </p:nvSpPr>
        <p:spPr>
          <a:xfrm rot="0">
            <a:off x="806450" y="662305"/>
            <a:ext cx="5186045" cy="3888740"/>
          </a:xfrm>
          <a:prstGeom prst="rect"/>
          <a:noFill/>
          <a:ln w="12700" cap="flat" cmpd="sng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 algn="just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3" name="텍스트 개체 틀 2"/>
          <p:cNvSpPr txBox="1">
            <a:spLocks/>
          </p:cNvSpPr>
          <p:nvPr>
            <p:ph type="body"/>
          </p:nvPr>
        </p:nvSpPr>
        <p:spPr>
          <a:xfrm rot="0">
            <a:off x="680085" y="4714875"/>
            <a:ext cx="5439410" cy="44684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4" name="슬라이드 번호 개체 틀 3"/>
          <p:cNvSpPr txBox="1">
            <a:spLocks/>
          </p:cNvSpPr>
          <p:nvPr>
            <p:ph type="sldNum"/>
          </p:nvPr>
        </p:nvSpPr>
        <p:spPr>
          <a:xfrm rot="0">
            <a:off x="3850640" y="9428480"/>
            <a:ext cx="2947035" cy="497840"/>
          </a:xfrm>
          <a:prstGeom prst="rect"/>
        </p:spPr>
        <p:txBody>
          <a:bodyPr wrap="square" lIns="91440" tIns="45720" rIns="91440" bIns="45720" vert="horz" anchor="b">
            <a:noAutofit/>
          </a:bodyPr>
          <a:lstStyle/>
          <a:p>
            <a:pPr marL="0" indent="0" algn="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rPr>
              <a:t>5</a:t>
            </a:fld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0"/>
    </mc:Choice>
    <mc:Fallback>
      <p:transition spd="slow"/>
    </mc:Fallback>
  </mc:AlternateContent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온라인 이미지 개체 틀 1"/>
          <p:cNvSpPr>
            <a:spLocks noChangeAspect="1"/>
          </p:cNvSpPr>
          <p:nvPr>
            <p:ph type="sldImg"/>
          </p:nvPr>
        </p:nvSpPr>
        <p:spPr>
          <a:xfrm rot="0">
            <a:off x="806450" y="662305"/>
            <a:ext cx="5186045" cy="3888740"/>
          </a:xfrm>
          <a:prstGeom prst="rect"/>
          <a:noFill/>
          <a:ln w="12700" cap="flat" cmpd="sng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 algn="just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3" name="텍스트 개체 틀 2"/>
          <p:cNvSpPr txBox="1">
            <a:spLocks/>
          </p:cNvSpPr>
          <p:nvPr>
            <p:ph type="body"/>
          </p:nvPr>
        </p:nvSpPr>
        <p:spPr>
          <a:xfrm rot="0">
            <a:off x="680085" y="4714875"/>
            <a:ext cx="5439410" cy="44684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4" name="슬라이드 번호 개체 틀 3"/>
          <p:cNvSpPr txBox="1">
            <a:spLocks/>
          </p:cNvSpPr>
          <p:nvPr>
            <p:ph type="sldNum"/>
          </p:nvPr>
        </p:nvSpPr>
        <p:spPr>
          <a:xfrm rot="0">
            <a:off x="3850640" y="9428480"/>
            <a:ext cx="2947035" cy="497840"/>
          </a:xfrm>
          <a:prstGeom prst="rect"/>
        </p:spPr>
        <p:txBody>
          <a:bodyPr wrap="square" lIns="91440" tIns="45720" rIns="91440" bIns="45720" vert="horz" anchor="b">
            <a:noAutofit/>
          </a:bodyPr>
          <a:lstStyle/>
          <a:p>
            <a:pPr marL="0" indent="0" algn="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rPr>
              <a:t>5</a:t>
            </a:fld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0"/>
    </mc:Choice>
    <mc:Fallback>
      <p:transition spd="slow"/>
    </mc:Fallback>
  </mc:AlternateContent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온라인 이미지 개체 틀 1"/>
          <p:cNvSpPr>
            <a:spLocks noChangeAspect="1"/>
          </p:cNvSpPr>
          <p:nvPr>
            <p:ph type="sldImg"/>
          </p:nvPr>
        </p:nvSpPr>
        <p:spPr>
          <a:xfrm rot="0">
            <a:off x="806450" y="662305"/>
            <a:ext cx="5186045" cy="3888740"/>
          </a:xfrm>
          <a:prstGeom prst="rect"/>
          <a:noFill/>
          <a:ln w="12700" cap="flat" cmpd="sng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 algn="just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3" name="텍스트 개체 틀 2"/>
          <p:cNvSpPr txBox="1">
            <a:spLocks/>
          </p:cNvSpPr>
          <p:nvPr>
            <p:ph type="body"/>
          </p:nvPr>
        </p:nvSpPr>
        <p:spPr>
          <a:xfrm rot="0">
            <a:off x="680085" y="4714875"/>
            <a:ext cx="5439410" cy="44684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4" name="슬라이드 번호 개체 틀 3"/>
          <p:cNvSpPr txBox="1">
            <a:spLocks/>
          </p:cNvSpPr>
          <p:nvPr>
            <p:ph type="sldNum"/>
          </p:nvPr>
        </p:nvSpPr>
        <p:spPr>
          <a:xfrm rot="0">
            <a:off x="3850640" y="9428480"/>
            <a:ext cx="2947035" cy="497840"/>
          </a:xfrm>
          <a:prstGeom prst="rect"/>
        </p:spPr>
        <p:txBody>
          <a:bodyPr wrap="square" lIns="91440" tIns="45720" rIns="91440" bIns="45720" vert="horz" anchor="b">
            <a:noAutofit/>
          </a:bodyPr>
          <a:lstStyle/>
          <a:p>
            <a:pPr marL="0" indent="0" algn="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rPr>
              <a:t>5</a:t>
            </a:fld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0"/>
    </mc:Choice>
    <mc:Fallback>
      <p:transition spd="slow"/>
    </mc:Fallback>
  </mc:AlternateContent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온라인 이미지 개체 틀 1"/>
          <p:cNvSpPr>
            <a:spLocks noChangeAspect="1"/>
          </p:cNvSpPr>
          <p:nvPr>
            <p:ph type="sldImg"/>
          </p:nvPr>
        </p:nvSpPr>
        <p:spPr>
          <a:xfrm rot="0">
            <a:off x="806450" y="662305"/>
            <a:ext cx="5186045" cy="3888740"/>
          </a:xfrm>
          <a:prstGeom prst="rect"/>
          <a:noFill/>
          <a:ln w="12700" cap="flat" cmpd="sng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 algn="just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3" name="텍스트 개체 틀 2"/>
          <p:cNvSpPr txBox="1">
            <a:spLocks/>
          </p:cNvSpPr>
          <p:nvPr>
            <p:ph type="body"/>
          </p:nvPr>
        </p:nvSpPr>
        <p:spPr>
          <a:xfrm rot="0">
            <a:off x="680085" y="4714875"/>
            <a:ext cx="5439410" cy="44684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4" name="슬라이드 번호 개체 틀 3"/>
          <p:cNvSpPr txBox="1">
            <a:spLocks/>
          </p:cNvSpPr>
          <p:nvPr>
            <p:ph type="sldNum"/>
          </p:nvPr>
        </p:nvSpPr>
        <p:spPr>
          <a:xfrm rot="0">
            <a:off x="3850640" y="9428480"/>
            <a:ext cx="2947035" cy="497840"/>
          </a:xfrm>
          <a:prstGeom prst="rect"/>
        </p:spPr>
        <p:txBody>
          <a:bodyPr wrap="square" lIns="91440" tIns="45720" rIns="91440" bIns="45720" vert="horz" anchor="b">
            <a:noAutofit/>
          </a:bodyPr>
          <a:lstStyle/>
          <a:p>
            <a:pPr marL="0" indent="0" algn="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rPr>
              <a:t>5</a:t>
            </a:fld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0"/>
    </mc:Choice>
    <mc:Fallback>
      <p:transition spd="slow"/>
    </mc:Fallback>
  </mc:AlternateContent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온라인 이미지 개체 틀 1"/>
          <p:cNvSpPr>
            <a:spLocks noChangeAspect="1"/>
          </p:cNvSpPr>
          <p:nvPr>
            <p:ph type="sldImg"/>
          </p:nvPr>
        </p:nvSpPr>
        <p:spPr>
          <a:xfrm rot="0">
            <a:off x="806450" y="662305"/>
            <a:ext cx="5186045" cy="3888740"/>
          </a:xfrm>
          <a:prstGeom prst="rect"/>
          <a:noFill/>
          <a:ln w="12700" cap="flat" cmpd="sng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 algn="just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3" name="텍스트 개체 틀 2"/>
          <p:cNvSpPr txBox="1">
            <a:spLocks/>
          </p:cNvSpPr>
          <p:nvPr>
            <p:ph type="body"/>
          </p:nvPr>
        </p:nvSpPr>
        <p:spPr>
          <a:xfrm rot="0">
            <a:off x="680085" y="4714875"/>
            <a:ext cx="5439410" cy="44684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4" name="슬라이드 번호 개체 틀 3"/>
          <p:cNvSpPr txBox="1">
            <a:spLocks/>
          </p:cNvSpPr>
          <p:nvPr>
            <p:ph type="sldNum"/>
          </p:nvPr>
        </p:nvSpPr>
        <p:spPr>
          <a:xfrm rot="0">
            <a:off x="3850640" y="9428480"/>
            <a:ext cx="2947035" cy="497840"/>
          </a:xfrm>
          <a:prstGeom prst="rect"/>
        </p:spPr>
        <p:txBody>
          <a:bodyPr wrap="square" lIns="91440" tIns="45720" rIns="91440" bIns="45720" vert="horz" anchor="b">
            <a:noAutofit/>
          </a:bodyPr>
          <a:lstStyle/>
          <a:p>
            <a:pPr marL="0" indent="0" algn="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rPr>
              <a:t>5</a:t>
            </a:fld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0"/>
    </mc:Choice>
    <mc:Fallback>
      <p:transition spd="slow"/>
    </mc:Fallback>
  </mc:AlternateContent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온라인 이미지 개체 틀 1"/>
          <p:cNvSpPr>
            <a:spLocks noChangeAspect="1"/>
          </p:cNvSpPr>
          <p:nvPr>
            <p:ph type="sldImg"/>
          </p:nvPr>
        </p:nvSpPr>
        <p:spPr>
          <a:xfrm rot="0">
            <a:off x="806450" y="662305"/>
            <a:ext cx="5186045" cy="3888740"/>
          </a:xfrm>
          <a:prstGeom prst="rect"/>
          <a:noFill/>
          <a:ln w="12700" cap="flat" cmpd="sng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 algn="just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3" name="텍스트 개체 틀 2"/>
          <p:cNvSpPr txBox="1">
            <a:spLocks/>
          </p:cNvSpPr>
          <p:nvPr>
            <p:ph type="body"/>
          </p:nvPr>
        </p:nvSpPr>
        <p:spPr>
          <a:xfrm rot="0">
            <a:off x="680085" y="4714875"/>
            <a:ext cx="5439410" cy="44684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4" name="슬라이드 번호 개체 틀 3"/>
          <p:cNvSpPr txBox="1">
            <a:spLocks/>
          </p:cNvSpPr>
          <p:nvPr>
            <p:ph type="sldNum"/>
          </p:nvPr>
        </p:nvSpPr>
        <p:spPr>
          <a:xfrm rot="0">
            <a:off x="3850640" y="9428480"/>
            <a:ext cx="2947035" cy="497840"/>
          </a:xfrm>
          <a:prstGeom prst="rect"/>
        </p:spPr>
        <p:txBody>
          <a:bodyPr wrap="square" lIns="91440" tIns="45720" rIns="91440" bIns="45720" vert="horz" anchor="b">
            <a:noAutofit/>
          </a:bodyPr>
          <a:lstStyle/>
          <a:p>
            <a:pPr marL="0" indent="0" algn="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rPr>
              <a:t>5</a:t>
            </a:fld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0"/>
    </mc:Choice>
    <mc:Fallback>
      <p:transition spd="slow"/>
    </mc:Fallback>
  </mc:AlternateContent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온라인 이미지 개체 틀 1"/>
          <p:cNvSpPr>
            <a:spLocks noChangeAspect="1"/>
          </p:cNvSpPr>
          <p:nvPr>
            <p:ph type="sldImg"/>
          </p:nvPr>
        </p:nvSpPr>
        <p:spPr>
          <a:xfrm rot="0">
            <a:off x="806450" y="662305"/>
            <a:ext cx="5186045" cy="3888740"/>
          </a:xfrm>
          <a:prstGeom prst="rect"/>
          <a:noFill/>
          <a:ln w="12700" cap="flat" cmpd="sng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 algn="just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3" name="텍스트 개체 틀 2"/>
          <p:cNvSpPr txBox="1">
            <a:spLocks/>
          </p:cNvSpPr>
          <p:nvPr>
            <p:ph type="body"/>
          </p:nvPr>
        </p:nvSpPr>
        <p:spPr>
          <a:xfrm rot="0">
            <a:off x="680085" y="4714875"/>
            <a:ext cx="5439410" cy="44684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4" name="슬라이드 번호 개체 틀 3"/>
          <p:cNvSpPr txBox="1">
            <a:spLocks/>
          </p:cNvSpPr>
          <p:nvPr>
            <p:ph type="sldNum"/>
          </p:nvPr>
        </p:nvSpPr>
        <p:spPr>
          <a:xfrm rot="0">
            <a:off x="3850640" y="9428480"/>
            <a:ext cx="2947035" cy="497840"/>
          </a:xfrm>
          <a:prstGeom prst="rect"/>
        </p:spPr>
        <p:txBody>
          <a:bodyPr wrap="square" lIns="91440" tIns="45720" rIns="91440" bIns="45720" vert="horz" anchor="b">
            <a:noAutofit/>
          </a:bodyPr>
          <a:lstStyle/>
          <a:p>
            <a:pPr marL="0" indent="0" algn="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rPr>
              <a:t>5</a:t>
            </a:fld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0"/>
    </mc:Choice>
    <mc:Fallback>
      <p:transition spd="slow"/>
    </mc:Fallback>
  </mc:AlternateContent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hangeul.naver.com/font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://hangeul.naver.com/font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.xml"></Relationship></Relationships>
</file>

<file path=ppt/slideLayouts/_rels/slideLayout7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2.xml"></Relationship><Relationship Id="rId2" Type="http://schemas.openxmlformats.org/officeDocument/2006/relationships/image" Target="../media/fImage182329141.png"></Relationship><Relationship Id="rId3" Type="http://schemas.openxmlformats.org/officeDocument/2006/relationships/hyperlink" Target="http://hangeul.naver.com/font" TargetMode="External"></Relationship></Relationships>
</file>

<file path=ppt/slideLayouts/_rels/slideLayout8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2.xml"></Relationship><Relationship Id="rId2" Type="http://schemas.openxmlformats.org/officeDocument/2006/relationships/image" Target="../media/fImage18232958467.png"></Relationship></Relationships>
</file>

<file path=ppt/slideLayouts/_rels/slideLayout9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2.xml"></Relationship><Relationship Id="rId2" Type="http://schemas.openxmlformats.org/officeDocument/2006/relationships/image" Target="../media/fImage18232976334.png"></Relationship><Relationship Id="rId3" Type="http://schemas.openxmlformats.org/officeDocument/2006/relationships/hyperlink" Target="http://hangeul.naver.com/font" TargetMode="External"></Relationship></Relationships>
</file>

<file path=ppt/slideLayouts/_rels/slideLayout10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2.xml"></Relationship><Relationship Id="rId2" Type="http://schemas.openxmlformats.org/officeDocument/2006/relationships/image" Target="../media/fImage18233056500.png"></Relationship></Relationships>
</file>

<file path=ppt/slideLayouts/_rels/slideLayout11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2.xml"></Relationship></Relationships>
</file>

<file path=ppt/slideLayouts/_rels/slideLayout12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2.xml"></Relationship></Relationships>
</file>

<file path=ppt/slideLayouts/_rels/slideLayout13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3.xml"></Relationship><Relationship Id="rId2" Type="http://schemas.openxmlformats.org/officeDocument/2006/relationships/image" Target="../media/fImage18233239169.png"></Relationship><Relationship Id="rId3" Type="http://schemas.openxmlformats.org/officeDocument/2006/relationships/hyperlink" Target="http://hangeul.naver.com/font" TargetMode="External"></Relationship></Relationships>
</file>

<file path=ppt/slideLayouts/_rels/slideLayout14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3.xml"></Relationship><Relationship Id="rId2" Type="http://schemas.openxmlformats.org/officeDocument/2006/relationships/image" Target="../media/fImage18233275724.png"></Relationship></Relationships>
</file>

<file path=ppt/slideLayouts/_rels/slideLayout15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3.xml"></Relationship><Relationship Id="rId2" Type="http://schemas.openxmlformats.org/officeDocument/2006/relationships/image" Target="../media/fImage18233291478.png"></Relationship><Relationship Id="rId3" Type="http://schemas.openxmlformats.org/officeDocument/2006/relationships/hyperlink" Target="http://hangeul.naver.com/font" TargetMode="External"></Relationship></Relationships>
</file>

<file path=ppt/slideLayouts/_rels/slideLayout16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3.xml"></Relationship><Relationship Id="rId2" Type="http://schemas.openxmlformats.org/officeDocument/2006/relationships/image" Target="../media/fImage18233379358.png"></Relationship></Relationships>
</file>

<file path=ppt/slideLayouts/_rels/slideLayout17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3.xml"></Relationship></Relationships>
</file>

<file path=ppt/slideLayouts/_rels/slideLayout18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3.xml"></Relationship></Relationships>
</file>

<file path=ppt/slideLayouts/_rels/slideLayout19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4.xml"></Relationship><Relationship Id="rId2" Type="http://schemas.openxmlformats.org/officeDocument/2006/relationships/image" Target="../media/fImage18233646962.png"></Relationship><Relationship Id="rId3" Type="http://schemas.openxmlformats.org/officeDocument/2006/relationships/hyperlink" Target="http://hangeul.naver.com/font" TargetMode="External"></Relationship></Relationships>
</file>

<file path=ppt/slideLayouts/_rels/slideLayout20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4.xml"></Relationship><Relationship Id="rId2" Type="http://schemas.openxmlformats.org/officeDocument/2006/relationships/image" Target="../media/fImage18233684464.png"></Relationship></Relationships>
</file>

<file path=ppt/slideLayouts/_rels/slideLayout21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4.xml"></Relationship><Relationship Id="rId2" Type="http://schemas.openxmlformats.org/officeDocument/2006/relationships/image" Target="../media/fImage18233705705.png"></Relationship><Relationship Id="rId3" Type="http://schemas.openxmlformats.org/officeDocument/2006/relationships/hyperlink" Target="http://hangeul.naver.com/font" TargetMode="External"></Relationship></Relationships>
</file>

<file path=ppt/slideLayouts/_rels/slideLayout22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4.xml"></Relationship><Relationship Id="rId2" Type="http://schemas.openxmlformats.org/officeDocument/2006/relationships/image" Target="../media/fImage18233788145.png"></Relationship></Relationships>
</file>

<file path=ppt/slideLayouts/_rels/slideLayout23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4.xml"></Relationship></Relationships>
</file>

<file path=ppt/slideLayouts/_rels/slideLayout24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4.xml"></Relationship></Relationships>
</file>

<file path=ppt/slideLayouts/_rels/slideLayout25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5.xml"></Relationship><Relationship Id="rId2" Type="http://schemas.openxmlformats.org/officeDocument/2006/relationships/image" Target="../media/fImage18234303281.png"></Relationship><Relationship Id="rId3" Type="http://schemas.openxmlformats.org/officeDocument/2006/relationships/hyperlink" Target="http://hangeul.naver.com/font" TargetMode="External"></Relationship></Relationships>
</file>

<file path=ppt/slideLayouts/_rels/slideLayout26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5.xml"></Relationship><Relationship Id="rId2" Type="http://schemas.openxmlformats.org/officeDocument/2006/relationships/image" Target="../media/fImage18234346827.png"></Relationship></Relationships>
</file>

<file path=ppt/slideLayouts/_rels/slideLayout27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5.xml"></Relationship><Relationship Id="rId2" Type="http://schemas.openxmlformats.org/officeDocument/2006/relationships/image" Target="../media/fImage18234369961.png"></Relationship><Relationship Id="rId3" Type="http://schemas.openxmlformats.org/officeDocument/2006/relationships/hyperlink" Target="http://hangeul.naver.com/font" TargetMode="External"></Relationship></Relationships>
</file>

<file path=ppt/slideLayouts/_rels/slideLayout28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5.xml"></Relationship><Relationship Id="rId2" Type="http://schemas.openxmlformats.org/officeDocument/2006/relationships/image" Target="../media/fImage1823444491.png"></Relationship></Relationships>
</file>

<file path=ppt/slideLayouts/_rels/slideLayout29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5.xml"></Relationship></Relationships>
</file>

<file path=ppt/slideLayouts/_rels/slideLayout30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5.xml"></Relationship></Relationships>
</file>

<file path=ppt/slideLayouts/_rels/slideLayout31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6.xml"></Relationship><Relationship Id="rId2" Type="http://schemas.openxmlformats.org/officeDocument/2006/relationships/image" Target="../media/fImage18234972995.png"></Relationship><Relationship Id="rId3" Type="http://schemas.openxmlformats.org/officeDocument/2006/relationships/hyperlink" Target="http://hangeul.naver.com/font" TargetMode="External"></Relationship></Relationships>
</file>

<file path=ppt/slideLayouts/_rels/slideLayout32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6.xml"></Relationship><Relationship Id="rId2" Type="http://schemas.openxmlformats.org/officeDocument/2006/relationships/image" Target="../media/fImage18235011942.png"></Relationship></Relationships>
</file>

<file path=ppt/slideLayouts/_rels/slideLayout33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6.xml"></Relationship><Relationship Id="rId2" Type="http://schemas.openxmlformats.org/officeDocument/2006/relationships/image" Target="../media/fImage18235034827.png"></Relationship><Relationship Id="rId3" Type="http://schemas.openxmlformats.org/officeDocument/2006/relationships/hyperlink" Target="http://hangeul.naver.com/font" TargetMode="External"></Relationship></Relationships>
</file>

<file path=ppt/slideLayouts/_rels/slideLayout34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6.xml"></Relationship><Relationship Id="rId2" Type="http://schemas.openxmlformats.org/officeDocument/2006/relationships/image" Target="../media/fImage18235115436.png"></Relationship></Relationships>
</file>

<file path=ppt/slideLayouts/_rels/slideLayout35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6.xml"></Relationship></Relationships>
</file>

<file path=ppt/slideLayouts/_rels/slideLayout36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6.xml"></Relationship></Relationships>
</file>

<file path=ppt/slideLayouts/_rels/slideLayout37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7.xml"></Relationship><Relationship Id="rId2" Type="http://schemas.openxmlformats.org/officeDocument/2006/relationships/image" Target="../media/fImage18235392391.png"></Relationship><Relationship Id="rId3" Type="http://schemas.openxmlformats.org/officeDocument/2006/relationships/hyperlink" Target="http://hangeul.naver.com/font" TargetMode="External"></Relationship></Relationships>
</file>

<file path=ppt/slideLayouts/_rels/slideLayout38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7.xml"></Relationship><Relationship Id="rId2" Type="http://schemas.openxmlformats.org/officeDocument/2006/relationships/image" Target="../media/fImage18235434604.png"></Relationship></Relationships>
</file>

<file path=ppt/slideLayouts/_rels/slideLayout39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7.xml"></Relationship><Relationship Id="rId2" Type="http://schemas.openxmlformats.org/officeDocument/2006/relationships/image" Target="../media/fImage18235453902.png"></Relationship><Relationship Id="rId3" Type="http://schemas.openxmlformats.org/officeDocument/2006/relationships/hyperlink" Target="http://hangeul.naver.com/font" TargetMode="External"></Relationship></Relationships>
</file>

<file path=ppt/slideLayouts/_rels/slideLayout40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7.xml"></Relationship><Relationship Id="rId2" Type="http://schemas.openxmlformats.org/officeDocument/2006/relationships/image" Target="../media/fImage1823553153.png"></Relationship></Relationships>
</file>

<file path=ppt/slideLayouts/_rels/slideLayout41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7.xml"></Relationship></Relationships>
</file>

<file path=ppt/slideLayouts/_rels/slideLayout42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7.xml"></Relationship></Relationships>
</file>

<file path=ppt/slideLayouts/_rels/slideLayout43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8.xml"></Relationship><Relationship Id="rId2" Type="http://schemas.openxmlformats.org/officeDocument/2006/relationships/image" Target="../media/fImage1823581292.png"></Relationship><Relationship Id="rId3" Type="http://schemas.openxmlformats.org/officeDocument/2006/relationships/hyperlink" Target="http://hangeul.naver.com/font" TargetMode="External"></Relationship></Relationships>
</file>

<file path=ppt/slideLayouts/_rels/slideLayout44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8.xml"></Relationship><Relationship Id="rId2" Type="http://schemas.openxmlformats.org/officeDocument/2006/relationships/image" Target="../media/fImage18235852382.png"></Relationship></Relationships>
</file>

<file path=ppt/slideLayouts/_rels/slideLayout45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8.xml"></Relationship><Relationship Id="rId2" Type="http://schemas.openxmlformats.org/officeDocument/2006/relationships/image" Target="../media/fImage18235877421.png"></Relationship><Relationship Id="rId3" Type="http://schemas.openxmlformats.org/officeDocument/2006/relationships/hyperlink" Target="http://hangeul.naver.com/font" TargetMode="External"></Relationship></Relationships>
</file>

<file path=ppt/slideLayouts/_rels/slideLayout46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8.xml"></Relationship><Relationship Id="rId2" Type="http://schemas.openxmlformats.org/officeDocument/2006/relationships/image" Target="../media/fImage18235958716.png"></Relationship></Relationships>
</file>

<file path=ppt/slideLayouts/_rels/slideLayout47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8.xml"></Relationship></Relationships>
</file>

<file path=ppt/slideLayouts/_rels/slideLayout48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8.xml"></Relationship></Relationships>
</file>

<file path=ppt/slideLayouts/_rels/slideLayout49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9.xml"></Relationship><Relationship Id="rId2" Type="http://schemas.openxmlformats.org/officeDocument/2006/relationships/image" Target="../media/fImage18236239718.png"></Relationship><Relationship Id="rId3" Type="http://schemas.openxmlformats.org/officeDocument/2006/relationships/hyperlink" Target="http://hangeul.naver.com/font" TargetMode="External"></Relationship></Relationships>
</file>

<file path=ppt/slideLayouts/_rels/slideLayout50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9.xml"></Relationship><Relationship Id="rId2" Type="http://schemas.openxmlformats.org/officeDocument/2006/relationships/image" Target="../media/fImage18236279895.png"></Relationship></Relationships>
</file>

<file path=ppt/slideLayouts/_rels/slideLayout51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9.xml"></Relationship><Relationship Id="rId2" Type="http://schemas.openxmlformats.org/officeDocument/2006/relationships/image" Target="../media/fImage18236295447.png"></Relationship><Relationship Id="rId3" Type="http://schemas.openxmlformats.org/officeDocument/2006/relationships/hyperlink" Target="http://hangeul.naver.com/font" TargetMode="External"></Relationship></Relationships>
</file>

<file path=ppt/slideLayouts/_rels/slideLayout52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9.xml"></Relationship><Relationship Id="rId2" Type="http://schemas.openxmlformats.org/officeDocument/2006/relationships/image" Target="../media/fImage18236371726.png"></Relationship></Relationships>
</file>

<file path=ppt/slideLayouts/_rels/slideLayout53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9.xml"></Relationship></Relationships>
</file>

<file path=ppt/slideLayouts/_rels/slideLayout54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9.xml"></Relationship></Relationships>
</file>

<file path=ppt/slideLayouts/_rels/slideLayout55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0.xml"></Relationship><Relationship Id="rId2" Type="http://schemas.openxmlformats.org/officeDocument/2006/relationships/image" Target="../media/fImage18236654771.png"></Relationship><Relationship Id="rId3" Type="http://schemas.openxmlformats.org/officeDocument/2006/relationships/hyperlink" Target="http://hangeul.naver.com/font" TargetMode="External"></Relationship></Relationships>
</file>

<file path=ppt/slideLayouts/_rels/slideLayout56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0.xml"></Relationship><Relationship Id="rId2" Type="http://schemas.openxmlformats.org/officeDocument/2006/relationships/image" Target="../media/fImage18236691538.png"></Relationship></Relationships>
</file>

<file path=ppt/slideLayouts/_rels/slideLayout57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0.xml"></Relationship><Relationship Id="rId2" Type="http://schemas.openxmlformats.org/officeDocument/2006/relationships/image" Target="../media/fImage18236711869.png"></Relationship><Relationship Id="rId3" Type="http://schemas.openxmlformats.org/officeDocument/2006/relationships/hyperlink" Target="http://hangeul.naver.com/font" TargetMode="External"></Relationship></Relationships>
</file>

<file path=ppt/slideLayouts/_rels/slideLayout58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0.xml"></Relationship><Relationship Id="rId2" Type="http://schemas.openxmlformats.org/officeDocument/2006/relationships/image" Target="../media/fImage18236799912.png"></Relationship></Relationships>
</file>

<file path=ppt/slideLayouts/_rels/slideLayout59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0.xml"></Relationship></Relationships>
</file>

<file path=ppt/slideLayouts/_rels/slideLayout60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0.xml"></Relationship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3" descr="C:\Documents and Settings\nhn\바탕 화면\naver_w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884368" y="332656"/>
            <a:ext cx="864890" cy="160826"/>
          </a:xfrm>
          <a:prstGeom prst="rect">
            <a:avLst/>
          </a:prstGeom>
          <a:noFill/>
        </p:spPr>
      </p:pic>
      <p:sp>
        <p:nvSpPr>
          <p:cNvPr id="9" name="직사각형 8"/>
          <p:cNvSpPr/>
          <p:nvPr userDrawn="1"/>
        </p:nvSpPr>
        <p:spPr>
          <a:xfrm>
            <a:off x="251520" y="6453336"/>
            <a:ext cx="2282997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 sz="800" dirty="0" smtClean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</a:rPr>
              <a:t>이 문서는 </a:t>
            </a:r>
            <a:r>
              <a:rPr lang="ko-KR" altLang="en-US" sz="800" dirty="0" err="1" smtClean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</a:rPr>
              <a:t>나눔글꼴로</a:t>
            </a:r>
            <a:r>
              <a:rPr lang="ko-KR" altLang="en-US" sz="800" dirty="0" smtClean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</a:rPr>
              <a:t> 작성되었습니다</a:t>
            </a:r>
            <a:r>
              <a:rPr lang="en-US" altLang="ko-KR" sz="800" dirty="0" smtClean="0">
                <a:solidFill>
                  <a:schemeClr val="bg1">
                    <a:lumMod val="50000"/>
                  </a:schemeClr>
                </a:solidFill>
                <a:latin typeface="나눔고딕" pitchFamily="50" charset="-127"/>
                <a:ea typeface="나눔고딕" pitchFamily="50" charset="-127"/>
              </a:rPr>
              <a:t>.  </a:t>
            </a:r>
            <a:r>
              <a:rPr lang="ko-KR" altLang="en-US" sz="800" u="sng" dirty="0" smtClean="0">
                <a:solidFill>
                  <a:schemeClr val="bg1">
                    <a:lumMod val="50000"/>
                  </a:schemeClr>
                </a:solidFill>
                <a:latin typeface="나눔고딕" pitchFamily="50" charset="-127"/>
                <a:ea typeface="나눔고딕" pitchFamily="50" charset="-127"/>
                <a:hlinkClick r:id="rId3"/>
              </a:rPr>
              <a:t>설치하기</a:t>
            </a:r>
            <a:endParaRPr lang="ko-KR" altLang="en-US" sz="800" u="sng" dirty="0">
              <a:solidFill>
                <a:schemeClr val="bg1">
                  <a:lumMod val="50000"/>
                </a:schemeClr>
              </a:solidFill>
              <a:latin typeface="나눔고딕" pitchFamily="50" charset="-127"/>
              <a:ea typeface="나눔고딕" pitchFamily="50" charset="-127"/>
            </a:endParaRPr>
          </a:p>
        </p:txBody>
      </p: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424356" y="541195"/>
            <a:ext cx="1909327" cy="0"/>
          </a:xfrm>
          <a:prstGeom prst="line">
            <a:avLst/>
          </a:prstGeom>
          <a:ln w="31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/>
          <p:cNvCxnSpPr/>
          <p:nvPr userDrawn="1"/>
        </p:nvCxnSpPr>
        <p:spPr>
          <a:xfrm flipV="1">
            <a:off x="2411760" y="540054"/>
            <a:ext cx="6311553" cy="1141"/>
          </a:xfrm>
          <a:prstGeom prst="line">
            <a:avLst/>
          </a:prstGeom>
          <a:ln w="31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3" descr="C:\Documents and Settings\nhn\바탕 화면\naver_w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5536" y="6368996"/>
            <a:ext cx="698704" cy="129924"/>
          </a:xfrm>
          <a:prstGeom prst="rect">
            <a:avLst/>
          </a:prstGeom>
          <a:noFill/>
        </p:spPr>
      </p:pic>
      <p:sp>
        <p:nvSpPr>
          <p:cNvPr id="11" name="직사각형 10"/>
          <p:cNvSpPr/>
          <p:nvPr userDrawn="1"/>
        </p:nvSpPr>
        <p:spPr>
          <a:xfrm>
            <a:off x="8637282" y="6337895"/>
            <a:ext cx="255198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r"/>
            <a:fld id="{DEBAA755-0EE0-4EA3-BB8B-A4BF44186FB1}" type="slidenum">
              <a:rPr lang="en-US" altLang="ko-KR" sz="900" smtClean="0"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5400000" scaled="0"/>
                </a:gradFill>
                <a:latin typeface="나눔고딕" pitchFamily="50" charset="-127"/>
                <a:ea typeface="나눔고딕" pitchFamily="50" charset="-127"/>
              </a:rPr>
              <a:pPr lvl="0" algn="r"/>
              <a:t>‹#›</a:t>
            </a:fld>
            <a:endParaRPr lang="ko-KR" altLang="en-US" sz="900" dirty="0">
              <a:gradFill>
                <a:gsLst>
                  <a:gs pos="0">
                    <a:prstClr val="white"/>
                  </a:gs>
                  <a:gs pos="100000">
                    <a:prstClr val="white"/>
                  </a:gs>
                </a:gsLst>
                <a:lin ang="5400000" scaled="0"/>
              </a:gradFill>
            </a:endParaRPr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3" descr="C:\Documents and Settings\nhn\바탕 화면\naver_w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884368" y="332656"/>
            <a:ext cx="864890" cy="160826"/>
          </a:xfrm>
          <a:prstGeom prst="rect">
            <a:avLst/>
          </a:prstGeom>
          <a:noFill/>
        </p:spPr>
      </p:pic>
      <p:sp>
        <p:nvSpPr>
          <p:cNvPr id="10" name="제목 1"/>
          <p:cNvSpPr>
            <a:spLocks noGrp="1"/>
          </p:cNvSpPr>
          <p:nvPr>
            <p:ph type="ctrTitle"/>
          </p:nvPr>
        </p:nvSpPr>
        <p:spPr>
          <a:xfrm>
            <a:off x="290056" y="3429000"/>
            <a:ext cx="7772400" cy="132673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11" name="부제목 2"/>
          <p:cNvSpPr>
            <a:spLocks noGrp="1"/>
          </p:cNvSpPr>
          <p:nvPr>
            <p:ph type="subTitle" idx="1"/>
          </p:nvPr>
        </p:nvSpPr>
        <p:spPr>
          <a:xfrm>
            <a:off x="323528" y="4974952"/>
            <a:ext cx="7776864" cy="814222"/>
          </a:xfrm>
        </p:spPr>
        <p:txBody>
          <a:bodyPr anchor="ctr">
            <a:normAutofit/>
          </a:bodyPr>
          <a:lstStyle>
            <a:lvl1pPr marL="0" indent="0" algn="l">
              <a:buNone/>
              <a:defRPr sz="9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13" name="직사각형 12"/>
          <p:cNvSpPr/>
          <p:nvPr userDrawn="1"/>
        </p:nvSpPr>
        <p:spPr>
          <a:xfrm>
            <a:off x="251520" y="6453336"/>
            <a:ext cx="2282997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 sz="800" dirty="0" smtClean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</a:rPr>
              <a:t>이 문서는 </a:t>
            </a:r>
            <a:r>
              <a:rPr lang="ko-KR" altLang="en-US" sz="800" dirty="0" err="1" smtClean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</a:rPr>
              <a:t>나눔글꼴로</a:t>
            </a:r>
            <a:r>
              <a:rPr lang="ko-KR" altLang="en-US" sz="800" dirty="0" smtClean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</a:rPr>
              <a:t> 작성되었습니다</a:t>
            </a:r>
            <a:r>
              <a:rPr lang="en-US" altLang="ko-KR" sz="800" dirty="0" smtClean="0">
                <a:solidFill>
                  <a:schemeClr val="bg1">
                    <a:lumMod val="50000"/>
                  </a:schemeClr>
                </a:solidFill>
                <a:latin typeface="나눔고딕" pitchFamily="50" charset="-127"/>
                <a:ea typeface="나눔고딕" pitchFamily="50" charset="-127"/>
              </a:rPr>
              <a:t>.  </a:t>
            </a:r>
            <a:r>
              <a:rPr lang="ko-KR" altLang="en-US" sz="800" u="sng" dirty="0" smtClean="0">
                <a:solidFill>
                  <a:schemeClr val="bg1">
                    <a:lumMod val="50000"/>
                  </a:schemeClr>
                </a:solidFill>
                <a:latin typeface="나눔고딕" pitchFamily="50" charset="-127"/>
                <a:ea typeface="나눔고딕" pitchFamily="50" charset="-127"/>
                <a:hlinkClick r:id="rId3"/>
              </a:rPr>
              <a:t>설치하기</a:t>
            </a:r>
            <a:endParaRPr lang="ko-KR" altLang="en-US" sz="800" u="sng" dirty="0">
              <a:solidFill>
                <a:schemeClr val="bg1">
                  <a:lumMod val="50000"/>
                </a:schemeClr>
              </a:solidFill>
              <a:latin typeface="나눔고딕" pitchFamily="50" charset="-127"/>
              <a:ea typeface="나눔고딕" pitchFamily="50" charset="-127"/>
            </a:endParaRPr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ctrTitle"/>
          </p:nvPr>
        </p:nvSpPr>
        <p:spPr>
          <a:xfrm>
            <a:off x="315020" y="780721"/>
            <a:ext cx="2037432" cy="776071"/>
          </a:xfrm>
        </p:spPr>
        <p:txBody>
          <a:bodyPr>
            <a:normAutofit/>
          </a:bodyPr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r>
              <a:rPr lang="ko-KR" altLang="en-US" smtClean="0"/>
              <a:t>마스터 제목</a:t>
            </a:r>
            <a:endParaRPr lang="ko-KR" altLang="en-US"/>
          </a:p>
        </p:txBody>
      </p:sp>
      <p:sp>
        <p:nvSpPr>
          <p:cNvPr id="7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2360072" y="929928"/>
            <a:ext cx="6396012" cy="300732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rgbClr val="00B0F0"/>
                </a:solidFill>
                <a:latin typeface="나눔고딕 ExtraBold" pitchFamily="50" charset="-127"/>
                <a:ea typeface="나눔고딕 ExtraBold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제목 스타일 편집</a:t>
            </a:r>
            <a:endParaRPr lang="en-US" altLang="ko-KR" smtClean="0"/>
          </a:p>
        </p:txBody>
      </p:sp>
      <p:cxnSp>
        <p:nvCxnSpPr>
          <p:cNvPr id="5" name="직선 연결선 4"/>
          <p:cNvCxnSpPr/>
          <p:nvPr userDrawn="1"/>
        </p:nvCxnSpPr>
        <p:spPr>
          <a:xfrm>
            <a:off x="424356" y="541195"/>
            <a:ext cx="1909327" cy="0"/>
          </a:xfrm>
          <a:prstGeom prst="line">
            <a:avLst/>
          </a:prstGeom>
          <a:ln w="31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 userDrawn="1"/>
        </p:nvCxnSpPr>
        <p:spPr>
          <a:xfrm flipV="1">
            <a:off x="2411760" y="540054"/>
            <a:ext cx="6311553" cy="1141"/>
          </a:xfrm>
          <a:prstGeom prst="line">
            <a:avLst/>
          </a:prstGeom>
          <a:ln w="31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3" descr="C:\Documents and Settings\nhn\바탕 화면\naver_w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5536" y="6368996"/>
            <a:ext cx="698704" cy="129924"/>
          </a:xfrm>
          <a:prstGeom prst="rect">
            <a:avLst/>
          </a:prstGeom>
          <a:noFill/>
        </p:spPr>
      </p:pic>
      <p:sp>
        <p:nvSpPr>
          <p:cNvPr id="19" name="내용 개체 틀 2"/>
          <p:cNvSpPr>
            <a:spLocks noGrp="1"/>
          </p:cNvSpPr>
          <p:nvPr>
            <p:ph idx="10"/>
          </p:nvPr>
        </p:nvSpPr>
        <p:spPr>
          <a:xfrm>
            <a:off x="2362612" y="1168114"/>
            <a:ext cx="6385852" cy="388640"/>
          </a:xfrm>
        </p:spPr>
        <p:txBody>
          <a:bodyPr anchor="ctr">
            <a:normAutofit/>
          </a:bodyPr>
          <a:lstStyle>
            <a:lvl1pPr>
              <a:defRPr sz="10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8637282" y="6337895"/>
            <a:ext cx="255198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r"/>
            <a:fld id="{DEBAA755-0EE0-4EA3-BB8B-A4BF44186FB1}" type="slidenum">
              <a:rPr lang="en-US" altLang="ko-KR" sz="900" smtClean="0"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5400000" scaled="0"/>
                </a:gradFill>
                <a:latin typeface="나눔고딕" pitchFamily="50" charset="-127"/>
                <a:ea typeface="나눔고딕" pitchFamily="50" charset="-127"/>
              </a:rPr>
              <a:pPr lvl="0" algn="r"/>
              <a:t>‹#›</a:t>
            </a:fld>
            <a:endParaRPr lang="ko-KR" altLang="en-US" sz="900" dirty="0">
              <a:gradFill>
                <a:gsLst>
                  <a:gs pos="0">
                    <a:prstClr val="white"/>
                  </a:gs>
                  <a:gs pos="100000">
                    <a:prstClr val="white"/>
                  </a:gs>
                </a:gsLst>
                <a:lin ang="5400000" scaled="0"/>
              </a:gradFill>
            </a:endParaRPr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4235" cy="365760"/>
          </a:xfrm>
        </p:spPr>
        <p:txBody>
          <a:bodyPr/>
          <a:lstStyle/>
          <a:p>
            <a:fld id="{85185335-AFDE-4DDF-A89A-1BE8BD3EEA0B}" type="datetime1">
              <a:rPr lang="ko-KR" altLang="en-US" smtClean="0"/>
              <a:pPr/>
              <a:t>2011-10-19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6235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4235" cy="365760"/>
          </a:xfrm>
        </p:spPr>
        <p:txBody>
          <a:bodyPr/>
          <a:lstStyle/>
          <a:p>
            <a:fld id="{C2C48C8F-6F70-494C-86F5-90A39BFC3F0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C:/Users/kosmo_21/AppData/Roaming/PolarisOffice/ETemp/5760_5988400/fImage182329141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7884160" y="332740"/>
            <a:ext cx="865505" cy="161290"/>
          </a:xfrm>
          <a:prstGeom prst="rect"/>
          <a:noFill/>
        </p:spPr>
      </p:pic>
      <p:sp>
        <p:nvSpPr>
          <p:cNvPr id="9" name="도형 8"/>
          <p:cNvSpPr>
            <a:spLocks/>
          </p:cNvSpPr>
          <p:nvPr/>
        </p:nvSpPr>
        <p:spPr>
          <a:xfrm rot="0">
            <a:off x="251460" y="6453505"/>
            <a:ext cx="2283460" cy="21590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이 문서는 나눔글꼴로 작성되었습니다</a:t>
            </a:r>
            <a:r>
              <a:rPr lang="en-US" altLang="ko-KR" sz="800" cap="none" dirty="0" smtClean="0" b="0">
                <a:solidFill>
                  <a:srgbClr val="808080"/>
                </a:solidFill>
                <a:latin typeface="나눔고딕" charset="0"/>
                <a:ea typeface="나눔고딕" charset="0"/>
              </a:rPr>
              <a:t>.  </a:t>
            </a:r>
            <a:r>
              <a:rPr lang="en-US" altLang="ko-KR" sz="800" cap="none" dirty="0" smtClean="0" u="sng" b="0">
                <a:solidFill>
                  <a:srgbClr val="808080"/>
                </a:solidFill>
                <a:latin typeface="나눔고딕" charset="0"/>
                <a:ea typeface="나눔고딕" charset="0"/>
                <a:hlinkClick r:id="rId3"/>
              </a:rPr>
              <a:t>설치하기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도형 5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7" name="도형 6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8" name="그림 7" descr="C:/Users/kosmo_21/AppData/Roaming/PolarisOffice/ETemp/5760_5988400/fImage18232958467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395605" y="6369050"/>
            <a:ext cx="699135" cy="130810"/>
          </a:xfrm>
          <a:prstGeom prst="rect"/>
          <a:noFill/>
        </p:spPr>
      </p:pic>
      <p:sp>
        <p:nvSpPr>
          <p:cNvPr id="11" name="도형 10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C:/Users/kosmo_21/AppData/Roaming/PolarisOffice/ETemp/5760_5988400/fImage18232976334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7884160" y="332740"/>
            <a:ext cx="865505" cy="161290"/>
          </a:xfrm>
          <a:prstGeom prst="rect"/>
          <a:noFill/>
        </p:spPr>
      </p:pic>
      <p:sp>
        <p:nvSpPr>
          <p:cNvPr id="10" name="텍스트 개체 틀 9"/>
          <p:cNvSpPr txBox="1">
            <a:spLocks/>
          </p:cNvSpPr>
          <p:nvPr>
            <p:ph type="ctrTitle"/>
          </p:nvPr>
        </p:nvSpPr>
        <p:spPr>
          <a:xfrm rot="0">
            <a:off x="290195" y="3429000"/>
            <a:ext cx="7773035" cy="1327150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11" name="부제목 10"/>
          <p:cNvSpPr txBox="1">
            <a:spLocks/>
          </p:cNvSpPr>
          <p:nvPr>
            <p:ph type="subTitle"/>
          </p:nvPr>
        </p:nvSpPr>
        <p:spPr>
          <a:xfrm rot="0">
            <a:off x="323215" y="4975225"/>
            <a:ext cx="7777480" cy="81470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None/>
            </a:pPr>
            <a:r>
              <a:rPr lang="en-US" altLang="ko-KR" sz="9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부제목 스타일 편집</a:t>
            </a:r>
          </a:p>
        </p:txBody>
      </p:sp>
      <p:sp>
        <p:nvSpPr>
          <p:cNvPr id="13" name="도형 12"/>
          <p:cNvSpPr>
            <a:spLocks/>
          </p:cNvSpPr>
          <p:nvPr/>
        </p:nvSpPr>
        <p:spPr>
          <a:xfrm rot="0">
            <a:off x="251460" y="6453505"/>
            <a:ext cx="2283460" cy="21590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이 문서는 나눔글꼴로 작성되었습니다</a:t>
            </a:r>
            <a:r>
              <a:rPr lang="en-US" altLang="ko-KR" sz="800" cap="none" dirty="0" smtClean="0" b="0">
                <a:solidFill>
                  <a:srgbClr val="808080"/>
                </a:solidFill>
                <a:latin typeface="나눔고딕" charset="0"/>
                <a:ea typeface="나눔고딕" charset="0"/>
              </a:rPr>
              <a:t>.  </a:t>
            </a:r>
            <a:r>
              <a:rPr lang="en-US" altLang="ko-KR" sz="800" cap="none" dirty="0" smtClean="0" u="sng" b="0">
                <a:solidFill>
                  <a:srgbClr val="808080"/>
                </a:solidFill>
                <a:latin typeface="나눔고딕" charset="0"/>
                <a:ea typeface="나눔고딕" charset="0"/>
                <a:hlinkClick r:id="rId3"/>
              </a:rPr>
              <a:t>설치하기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 txBox="1">
            <a:spLocks/>
          </p:cNvSpPr>
          <p:nvPr>
            <p:ph type="ctrTitle"/>
          </p:nvPr>
        </p:nvSpPr>
        <p:spPr>
          <a:xfrm rot="0">
            <a:off x="314960" y="780415"/>
            <a:ext cx="2038350" cy="77660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</a:t>
            </a:r>
          </a:p>
        </p:txBody>
      </p:sp>
      <p:sp>
        <p:nvSpPr>
          <p:cNvPr id="7" name="부제목 6"/>
          <p:cNvSpPr txBox="1">
            <a:spLocks/>
          </p:cNvSpPr>
          <p:nvPr>
            <p:ph type="subTitle" hasCustomPrompt="1"/>
          </p:nvPr>
        </p:nvSpPr>
        <p:spPr>
          <a:xfrm rot="0">
            <a:off x="2360295" y="929640"/>
            <a:ext cx="6396355" cy="30162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Tx/>
              <a:buNone/>
            </a:pPr>
            <a:r>
              <a:rPr lang="en-US" altLang="ko-KR" sz="1200" cap="none" dirty="0" smtClean="0" b="0">
                <a:solidFill>
                  <a:srgbClr val="00B0F0"/>
                </a:solidFill>
                <a:latin typeface="나눔고딕 ExtraBold" charset="0"/>
                <a:ea typeface="나눔고딕 ExtraBold" charset="0"/>
              </a:rPr>
              <a:t>마스터 제목 스타일 편집</a:t>
            </a:r>
          </a:p>
        </p:txBody>
      </p:sp>
      <p:cxnSp>
        <p:nvCxnSpPr>
          <p:cNvPr id="5" name="도형 4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9" name="도형 8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10" name="그림 9" descr="C:/Users/kosmo_21/AppData/Roaming/PolarisOffice/ETemp/5760_5988400/fImage18233056500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395605" y="6369050"/>
            <a:ext cx="699135" cy="130810"/>
          </a:xfrm>
          <a:prstGeom prst="rect"/>
          <a:noFill/>
        </p:spPr>
      </p:pic>
      <p:sp>
        <p:nvSpPr>
          <p:cNvPr id="19" name="내용 개체 틀 18"/>
          <p:cNvSpPr txBox="1">
            <a:spLocks/>
          </p:cNvSpPr>
          <p:nvPr>
            <p:ph type="obj"/>
          </p:nvPr>
        </p:nvSpPr>
        <p:spPr>
          <a:xfrm rot="0">
            <a:off x="2362835" y="1168400"/>
            <a:ext cx="6386195" cy="38925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342900" indent="-342900" algn="l" fontAlgn="auto" defTabSz="91440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None/>
            </a:pPr>
            <a:r>
              <a:rPr lang="en-US" altLang="ko-KR" sz="1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텍스트 스타일을 편집합니다</a:t>
            </a:r>
          </a:p>
        </p:txBody>
      </p:sp>
      <p:sp>
        <p:nvSpPr>
          <p:cNvPr id="8" name="도형 7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 txBox="1">
            <a:spLocks/>
          </p:cNvSpPr>
          <p:nvPr>
            <p:ph type="ctrTitle"/>
          </p:nvPr>
        </p:nvSpPr>
        <p:spPr>
          <a:xfrm rot="0">
            <a:off x="685800" y="2130425"/>
            <a:ext cx="7773035" cy="1470660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3" name="부제목 2"/>
          <p:cNvSpPr txBox="1">
            <a:spLocks/>
          </p:cNvSpPr>
          <p:nvPr>
            <p:ph type="subTitle"/>
          </p:nvPr>
        </p:nvSpPr>
        <p:spPr>
          <a:xfrm rot="0">
            <a:off x="1371600" y="3886200"/>
            <a:ext cx="6401435" cy="175323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None/>
            </a:pPr>
            <a:r>
              <a:rPr lang="en-US" altLang="ko-KR" sz="3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마스터 부제목 스타일 편집</a:t>
            </a:r>
          </a:p>
        </p:txBody>
      </p:sp>
      <p:sp>
        <p:nvSpPr>
          <p:cNvPr id="4" name="날짜 개체 틀 3"/>
          <p:cNvSpPr txBox="1">
            <a:spLocks/>
          </p:cNvSpPr>
          <p:nvPr>
            <p:ph type="dt"/>
          </p:nvPr>
        </p:nvSpPr>
        <p:spPr>
          <a:xfrm rot="0">
            <a:off x="457200" y="6356350"/>
            <a:ext cx="2134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datetime1">
              <a:rPr lang="ko-KR" altLang="en-US" sz="1200" cap="none" dirty="0" smtClean="0" b="0">
                <a:solidFill>
                  <a:srgbClr val="898989"/>
                </a:solidFill>
                <a:latin typeface="나눔명조 ExtraBold" charset="0"/>
                <a:ea typeface="나눔명조 ExtraBold" charset="0"/>
              </a:rPr>
              <a:t>2011-10-19</a:t>
            </a:fld>
          </a:p>
        </p:txBody>
      </p:sp>
      <p:sp>
        <p:nvSpPr>
          <p:cNvPr id="5" name="바닥글 개체 틀 4"/>
          <p:cNvSpPr txBox="1">
            <a:spLocks/>
          </p:cNvSpPr>
          <p:nvPr>
            <p:ph type="ftr"/>
          </p:nvPr>
        </p:nvSpPr>
        <p:spPr>
          <a:xfrm rot="0">
            <a:off x="3124200" y="6356350"/>
            <a:ext cx="2896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6" name="슬라이드 번호 개체 틀 5"/>
          <p:cNvSpPr txBox="1">
            <a:spLocks/>
          </p:cNvSpPr>
          <p:nvPr>
            <p:ph type="sldNum"/>
          </p:nvPr>
        </p:nvSpPr>
        <p:spPr>
          <a:xfrm rot="0">
            <a:off x="6553200" y="6356350"/>
            <a:ext cx="2134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898989"/>
                </a:solidFill>
                <a:latin typeface="나눔명조 ExtraBold" charset="0"/>
                <a:ea typeface="나눔명조 ExtraBold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C:/Users/kosmo_21/AppData/Roaming/PolarisOffice/ETemp/5760_5988400/fImage18233239169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7884160" y="332740"/>
            <a:ext cx="865505" cy="161290"/>
          </a:xfrm>
          <a:prstGeom prst="rect"/>
          <a:noFill/>
        </p:spPr>
      </p:pic>
      <p:sp>
        <p:nvSpPr>
          <p:cNvPr id="9" name="도형 8"/>
          <p:cNvSpPr>
            <a:spLocks/>
          </p:cNvSpPr>
          <p:nvPr/>
        </p:nvSpPr>
        <p:spPr>
          <a:xfrm rot="0">
            <a:off x="251460" y="6453505"/>
            <a:ext cx="2283460" cy="21590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이 문서는 나눔글꼴로 작성되었습니다</a:t>
            </a:r>
            <a:r>
              <a:rPr lang="en-US" altLang="ko-KR" sz="800" cap="none" dirty="0" smtClean="0" b="0">
                <a:solidFill>
                  <a:srgbClr val="808080"/>
                </a:solidFill>
                <a:latin typeface="나눔고딕" charset="0"/>
                <a:ea typeface="나눔고딕" charset="0"/>
              </a:rPr>
              <a:t>.  </a:t>
            </a:r>
            <a:r>
              <a:rPr lang="en-US" altLang="ko-KR" sz="800" cap="none" dirty="0" smtClean="0" u="sng" b="0">
                <a:solidFill>
                  <a:srgbClr val="808080"/>
                </a:solidFill>
                <a:latin typeface="나눔고딕" charset="0"/>
                <a:ea typeface="나눔고딕" charset="0"/>
                <a:hlinkClick r:id="rId3"/>
              </a:rPr>
              <a:t>설치하기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도형 5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7" name="도형 6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8" name="그림 7" descr="C:/Users/kosmo_21/AppData/Roaming/PolarisOffice/ETemp/5760_5988400/fImage18233275724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395605" y="6369050"/>
            <a:ext cx="699135" cy="130810"/>
          </a:xfrm>
          <a:prstGeom prst="rect"/>
          <a:noFill/>
        </p:spPr>
      </p:pic>
      <p:sp>
        <p:nvSpPr>
          <p:cNvPr id="11" name="도형 10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C:/Users/kosmo_21/AppData/Roaming/PolarisOffice/ETemp/5760_5988400/fImage18233291478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7884160" y="332740"/>
            <a:ext cx="865505" cy="161290"/>
          </a:xfrm>
          <a:prstGeom prst="rect"/>
          <a:noFill/>
        </p:spPr>
      </p:pic>
      <p:sp>
        <p:nvSpPr>
          <p:cNvPr id="10" name="텍스트 개체 틀 9"/>
          <p:cNvSpPr txBox="1">
            <a:spLocks/>
          </p:cNvSpPr>
          <p:nvPr>
            <p:ph type="ctrTitle"/>
          </p:nvPr>
        </p:nvSpPr>
        <p:spPr>
          <a:xfrm rot="0">
            <a:off x="290195" y="3429000"/>
            <a:ext cx="7773035" cy="1327150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11" name="부제목 10"/>
          <p:cNvSpPr txBox="1">
            <a:spLocks/>
          </p:cNvSpPr>
          <p:nvPr>
            <p:ph type="subTitle"/>
          </p:nvPr>
        </p:nvSpPr>
        <p:spPr>
          <a:xfrm rot="0">
            <a:off x="323215" y="4975225"/>
            <a:ext cx="7777480" cy="81470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None/>
            </a:pPr>
            <a:r>
              <a:rPr lang="en-US" altLang="ko-KR" sz="9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부제목 스타일 편집</a:t>
            </a:r>
          </a:p>
        </p:txBody>
      </p:sp>
      <p:sp>
        <p:nvSpPr>
          <p:cNvPr id="13" name="도형 12"/>
          <p:cNvSpPr>
            <a:spLocks/>
          </p:cNvSpPr>
          <p:nvPr/>
        </p:nvSpPr>
        <p:spPr>
          <a:xfrm rot="0">
            <a:off x="251460" y="6453505"/>
            <a:ext cx="2283460" cy="21590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이 문서는 나눔글꼴로 작성되었습니다</a:t>
            </a:r>
            <a:r>
              <a:rPr lang="en-US" altLang="ko-KR" sz="800" cap="none" dirty="0" smtClean="0" b="0">
                <a:solidFill>
                  <a:srgbClr val="808080"/>
                </a:solidFill>
                <a:latin typeface="나눔고딕" charset="0"/>
                <a:ea typeface="나눔고딕" charset="0"/>
              </a:rPr>
              <a:t>.  </a:t>
            </a:r>
            <a:r>
              <a:rPr lang="en-US" altLang="ko-KR" sz="800" cap="none" dirty="0" smtClean="0" u="sng" b="0">
                <a:solidFill>
                  <a:srgbClr val="808080"/>
                </a:solidFill>
                <a:latin typeface="나눔고딕" charset="0"/>
                <a:ea typeface="나눔고딕" charset="0"/>
                <a:hlinkClick r:id="rId3"/>
              </a:rPr>
              <a:t>설치하기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 txBox="1">
            <a:spLocks/>
          </p:cNvSpPr>
          <p:nvPr>
            <p:ph type="ctrTitle"/>
          </p:nvPr>
        </p:nvSpPr>
        <p:spPr>
          <a:xfrm rot="0">
            <a:off x="314960" y="780415"/>
            <a:ext cx="2038350" cy="77660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</a:t>
            </a:r>
          </a:p>
        </p:txBody>
      </p:sp>
      <p:sp>
        <p:nvSpPr>
          <p:cNvPr id="7" name="부제목 6"/>
          <p:cNvSpPr txBox="1">
            <a:spLocks/>
          </p:cNvSpPr>
          <p:nvPr>
            <p:ph type="subTitle" hasCustomPrompt="1"/>
          </p:nvPr>
        </p:nvSpPr>
        <p:spPr>
          <a:xfrm rot="0">
            <a:off x="2360295" y="929640"/>
            <a:ext cx="6396355" cy="30162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Tx/>
              <a:buNone/>
            </a:pPr>
            <a:r>
              <a:rPr lang="en-US" altLang="ko-KR" sz="1200" cap="none" dirty="0" smtClean="0" b="0">
                <a:solidFill>
                  <a:srgbClr val="00B0F0"/>
                </a:solidFill>
                <a:latin typeface="나눔고딕 ExtraBold" charset="0"/>
                <a:ea typeface="나눔고딕 ExtraBold" charset="0"/>
              </a:rPr>
              <a:t>마스터 제목 스타일 편집</a:t>
            </a:r>
          </a:p>
        </p:txBody>
      </p:sp>
      <p:cxnSp>
        <p:nvCxnSpPr>
          <p:cNvPr id="5" name="도형 4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9" name="도형 8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10" name="그림 9" descr="C:/Users/kosmo_21/AppData/Roaming/PolarisOffice/ETemp/5760_5988400/fImage18233379358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395605" y="6369050"/>
            <a:ext cx="699135" cy="130810"/>
          </a:xfrm>
          <a:prstGeom prst="rect"/>
          <a:noFill/>
        </p:spPr>
      </p:pic>
      <p:sp>
        <p:nvSpPr>
          <p:cNvPr id="19" name="내용 개체 틀 18"/>
          <p:cNvSpPr txBox="1">
            <a:spLocks/>
          </p:cNvSpPr>
          <p:nvPr>
            <p:ph type="obj"/>
          </p:nvPr>
        </p:nvSpPr>
        <p:spPr>
          <a:xfrm rot="0">
            <a:off x="2362835" y="1168400"/>
            <a:ext cx="6386195" cy="38925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342900" indent="-342900" algn="l" fontAlgn="auto" defTabSz="91440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None/>
            </a:pPr>
            <a:r>
              <a:rPr lang="en-US" altLang="ko-KR" sz="1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텍스트 스타일을 편집합니다</a:t>
            </a:r>
          </a:p>
        </p:txBody>
      </p:sp>
      <p:sp>
        <p:nvSpPr>
          <p:cNvPr id="8" name="도형 7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 txBox="1">
            <a:spLocks/>
          </p:cNvSpPr>
          <p:nvPr>
            <p:ph type="ctrTitle"/>
          </p:nvPr>
        </p:nvSpPr>
        <p:spPr>
          <a:xfrm rot="0">
            <a:off x="685800" y="2130425"/>
            <a:ext cx="7773035" cy="1470660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3" name="부제목 2"/>
          <p:cNvSpPr txBox="1">
            <a:spLocks/>
          </p:cNvSpPr>
          <p:nvPr>
            <p:ph type="subTitle"/>
          </p:nvPr>
        </p:nvSpPr>
        <p:spPr>
          <a:xfrm rot="0">
            <a:off x="1371600" y="3886200"/>
            <a:ext cx="6401435" cy="175323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None/>
            </a:pPr>
            <a:r>
              <a:rPr lang="en-US" altLang="ko-KR" sz="3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마스터 부제목 스타일 편집</a:t>
            </a:r>
          </a:p>
        </p:txBody>
      </p:sp>
      <p:sp>
        <p:nvSpPr>
          <p:cNvPr id="4" name="날짜 개체 틀 3"/>
          <p:cNvSpPr txBox="1">
            <a:spLocks/>
          </p:cNvSpPr>
          <p:nvPr>
            <p:ph type="dt"/>
          </p:nvPr>
        </p:nvSpPr>
        <p:spPr>
          <a:xfrm rot="0">
            <a:off x="457200" y="6356350"/>
            <a:ext cx="2134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datetime1">
              <a:rPr lang="ko-KR" altLang="en-US" sz="1200" cap="none" dirty="0" smtClean="0" b="0">
                <a:solidFill>
                  <a:srgbClr val="898989"/>
                </a:solidFill>
                <a:latin typeface="나눔명조 ExtraBold" charset="0"/>
                <a:ea typeface="나눔명조 ExtraBold" charset="0"/>
              </a:rPr>
              <a:t>2011-10-19</a:t>
            </a:fld>
          </a:p>
        </p:txBody>
      </p:sp>
      <p:sp>
        <p:nvSpPr>
          <p:cNvPr id="5" name="바닥글 개체 틀 4"/>
          <p:cNvSpPr txBox="1">
            <a:spLocks/>
          </p:cNvSpPr>
          <p:nvPr>
            <p:ph type="ftr"/>
          </p:nvPr>
        </p:nvSpPr>
        <p:spPr>
          <a:xfrm rot="0">
            <a:off x="3124200" y="6356350"/>
            <a:ext cx="2896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6" name="슬라이드 번호 개체 틀 5"/>
          <p:cNvSpPr txBox="1">
            <a:spLocks/>
          </p:cNvSpPr>
          <p:nvPr>
            <p:ph type="sldNum"/>
          </p:nvPr>
        </p:nvSpPr>
        <p:spPr>
          <a:xfrm rot="0">
            <a:off x="6553200" y="6356350"/>
            <a:ext cx="2134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898989"/>
                </a:solidFill>
                <a:latin typeface="나눔명조 ExtraBold" charset="0"/>
                <a:ea typeface="나눔명조 ExtraBold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C:/Users/kosmo_21/AppData/Roaming/PolarisOffice/ETemp/5760_5988400/fImage18233646962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7884160" y="332740"/>
            <a:ext cx="865505" cy="161290"/>
          </a:xfrm>
          <a:prstGeom prst="rect"/>
          <a:noFill/>
        </p:spPr>
      </p:pic>
      <p:sp>
        <p:nvSpPr>
          <p:cNvPr id="9" name="도형 8"/>
          <p:cNvSpPr>
            <a:spLocks/>
          </p:cNvSpPr>
          <p:nvPr/>
        </p:nvSpPr>
        <p:spPr>
          <a:xfrm rot="0">
            <a:off x="251460" y="6453505"/>
            <a:ext cx="2283460" cy="21590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이 문서는 나눔글꼴로 작성되었습니다</a:t>
            </a:r>
            <a:r>
              <a:rPr lang="en-US" altLang="ko-KR" sz="800" cap="none" dirty="0" smtClean="0" b="0">
                <a:solidFill>
                  <a:srgbClr val="808080"/>
                </a:solidFill>
                <a:latin typeface="나눔고딕" charset="0"/>
                <a:ea typeface="나눔고딕" charset="0"/>
              </a:rPr>
              <a:t>.  </a:t>
            </a:r>
            <a:r>
              <a:rPr lang="en-US" altLang="ko-KR" sz="800" cap="none" dirty="0" smtClean="0" u="sng" b="0">
                <a:solidFill>
                  <a:srgbClr val="808080"/>
                </a:solidFill>
                <a:latin typeface="나눔고딕" charset="0"/>
                <a:ea typeface="나눔고딕" charset="0"/>
                <a:hlinkClick r:id="rId3"/>
              </a:rPr>
              <a:t>설치하기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도형 5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7" name="도형 6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8" name="그림 7" descr="C:/Users/kosmo_21/AppData/Roaming/PolarisOffice/ETemp/5760_5988400/fImage18233684464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395605" y="6369050"/>
            <a:ext cx="699135" cy="130810"/>
          </a:xfrm>
          <a:prstGeom prst="rect"/>
          <a:noFill/>
        </p:spPr>
      </p:pic>
      <p:sp>
        <p:nvSpPr>
          <p:cNvPr id="11" name="도형 10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C:/Users/kosmo_21/AppData/Roaming/PolarisOffice/ETemp/5760_5988400/fImage18233705705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7884160" y="332740"/>
            <a:ext cx="865505" cy="161290"/>
          </a:xfrm>
          <a:prstGeom prst="rect"/>
          <a:noFill/>
        </p:spPr>
      </p:pic>
      <p:sp>
        <p:nvSpPr>
          <p:cNvPr id="10" name="텍스트 개체 틀 9"/>
          <p:cNvSpPr txBox="1">
            <a:spLocks/>
          </p:cNvSpPr>
          <p:nvPr>
            <p:ph type="ctrTitle"/>
          </p:nvPr>
        </p:nvSpPr>
        <p:spPr>
          <a:xfrm rot="0">
            <a:off x="290195" y="3429000"/>
            <a:ext cx="7773035" cy="1327150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11" name="부제목 10"/>
          <p:cNvSpPr txBox="1">
            <a:spLocks/>
          </p:cNvSpPr>
          <p:nvPr>
            <p:ph type="subTitle"/>
          </p:nvPr>
        </p:nvSpPr>
        <p:spPr>
          <a:xfrm rot="0">
            <a:off x="323215" y="4975225"/>
            <a:ext cx="7777480" cy="81470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None/>
            </a:pPr>
            <a:r>
              <a:rPr lang="en-US" altLang="ko-KR" sz="9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부제목 스타일 편집</a:t>
            </a:r>
          </a:p>
        </p:txBody>
      </p:sp>
      <p:sp>
        <p:nvSpPr>
          <p:cNvPr id="13" name="도형 12"/>
          <p:cNvSpPr>
            <a:spLocks/>
          </p:cNvSpPr>
          <p:nvPr/>
        </p:nvSpPr>
        <p:spPr>
          <a:xfrm rot="0">
            <a:off x="251460" y="6453505"/>
            <a:ext cx="2283460" cy="21590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이 문서는 나눔글꼴로 작성되었습니다</a:t>
            </a:r>
            <a:r>
              <a:rPr lang="en-US" altLang="ko-KR" sz="800" cap="none" dirty="0" smtClean="0" b="0">
                <a:solidFill>
                  <a:srgbClr val="808080"/>
                </a:solidFill>
                <a:latin typeface="나눔고딕" charset="0"/>
                <a:ea typeface="나눔고딕" charset="0"/>
              </a:rPr>
              <a:t>.  </a:t>
            </a:r>
            <a:r>
              <a:rPr lang="en-US" altLang="ko-KR" sz="800" cap="none" dirty="0" smtClean="0" u="sng" b="0">
                <a:solidFill>
                  <a:srgbClr val="808080"/>
                </a:solidFill>
                <a:latin typeface="나눔고딕" charset="0"/>
                <a:ea typeface="나눔고딕" charset="0"/>
                <a:hlinkClick r:id="rId3"/>
              </a:rPr>
              <a:t>설치하기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 txBox="1">
            <a:spLocks/>
          </p:cNvSpPr>
          <p:nvPr>
            <p:ph type="ctrTitle"/>
          </p:nvPr>
        </p:nvSpPr>
        <p:spPr>
          <a:xfrm rot="0">
            <a:off x="314960" y="780415"/>
            <a:ext cx="2038350" cy="77660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</a:t>
            </a:r>
          </a:p>
        </p:txBody>
      </p:sp>
      <p:sp>
        <p:nvSpPr>
          <p:cNvPr id="7" name="부제목 6"/>
          <p:cNvSpPr txBox="1">
            <a:spLocks/>
          </p:cNvSpPr>
          <p:nvPr>
            <p:ph type="subTitle" hasCustomPrompt="1"/>
          </p:nvPr>
        </p:nvSpPr>
        <p:spPr>
          <a:xfrm rot="0">
            <a:off x="2360295" y="929640"/>
            <a:ext cx="6396355" cy="30162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Tx/>
              <a:buNone/>
            </a:pPr>
            <a:r>
              <a:rPr lang="en-US" altLang="ko-KR" sz="1200" cap="none" dirty="0" smtClean="0" b="0">
                <a:solidFill>
                  <a:srgbClr val="00B0F0"/>
                </a:solidFill>
                <a:latin typeface="나눔고딕 ExtraBold" charset="0"/>
                <a:ea typeface="나눔고딕 ExtraBold" charset="0"/>
              </a:rPr>
              <a:t>마스터 제목 스타일 편집</a:t>
            </a:r>
          </a:p>
        </p:txBody>
      </p:sp>
      <p:cxnSp>
        <p:nvCxnSpPr>
          <p:cNvPr id="5" name="도형 4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9" name="도형 8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10" name="그림 9" descr="C:/Users/kosmo_21/AppData/Roaming/PolarisOffice/ETemp/5760_5988400/fImage18233788145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395605" y="6369050"/>
            <a:ext cx="699135" cy="130810"/>
          </a:xfrm>
          <a:prstGeom prst="rect"/>
          <a:noFill/>
        </p:spPr>
      </p:pic>
      <p:sp>
        <p:nvSpPr>
          <p:cNvPr id="19" name="내용 개체 틀 18"/>
          <p:cNvSpPr txBox="1">
            <a:spLocks/>
          </p:cNvSpPr>
          <p:nvPr>
            <p:ph type="obj"/>
          </p:nvPr>
        </p:nvSpPr>
        <p:spPr>
          <a:xfrm rot="0">
            <a:off x="2362835" y="1168400"/>
            <a:ext cx="6386195" cy="38925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342900" indent="-342900" algn="l" fontAlgn="auto" defTabSz="91440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None/>
            </a:pPr>
            <a:r>
              <a:rPr lang="en-US" altLang="ko-KR" sz="1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텍스트 스타일을 편집합니다</a:t>
            </a:r>
          </a:p>
        </p:txBody>
      </p:sp>
      <p:sp>
        <p:nvSpPr>
          <p:cNvPr id="8" name="도형 7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 txBox="1">
            <a:spLocks/>
          </p:cNvSpPr>
          <p:nvPr>
            <p:ph type="ctrTitle"/>
          </p:nvPr>
        </p:nvSpPr>
        <p:spPr>
          <a:xfrm rot="0">
            <a:off x="685800" y="2130425"/>
            <a:ext cx="7773035" cy="1470660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3" name="부제목 2"/>
          <p:cNvSpPr txBox="1">
            <a:spLocks/>
          </p:cNvSpPr>
          <p:nvPr>
            <p:ph type="subTitle"/>
          </p:nvPr>
        </p:nvSpPr>
        <p:spPr>
          <a:xfrm rot="0">
            <a:off x="1371600" y="3886200"/>
            <a:ext cx="6401435" cy="175323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None/>
            </a:pPr>
            <a:r>
              <a:rPr lang="en-US" altLang="ko-KR" sz="3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마스터 부제목 스타일 편집</a:t>
            </a:r>
          </a:p>
        </p:txBody>
      </p:sp>
      <p:sp>
        <p:nvSpPr>
          <p:cNvPr id="4" name="날짜 개체 틀 3"/>
          <p:cNvSpPr txBox="1">
            <a:spLocks/>
          </p:cNvSpPr>
          <p:nvPr>
            <p:ph type="dt"/>
          </p:nvPr>
        </p:nvSpPr>
        <p:spPr>
          <a:xfrm rot="0">
            <a:off x="457200" y="6356350"/>
            <a:ext cx="2134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datetime1">
              <a:rPr lang="ko-KR" altLang="en-US" sz="1200" cap="none" dirty="0" smtClean="0" b="0">
                <a:solidFill>
                  <a:srgbClr val="898989"/>
                </a:solidFill>
                <a:latin typeface="나눔명조 ExtraBold" charset="0"/>
                <a:ea typeface="나눔명조 ExtraBold" charset="0"/>
              </a:rPr>
              <a:t>2011-10-19</a:t>
            </a:fld>
          </a:p>
        </p:txBody>
      </p:sp>
      <p:sp>
        <p:nvSpPr>
          <p:cNvPr id="5" name="바닥글 개체 틀 4"/>
          <p:cNvSpPr txBox="1">
            <a:spLocks/>
          </p:cNvSpPr>
          <p:nvPr>
            <p:ph type="ftr"/>
          </p:nvPr>
        </p:nvSpPr>
        <p:spPr>
          <a:xfrm rot="0">
            <a:off x="3124200" y="6356350"/>
            <a:ext cx="2896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6" name="슬라이드 번호 개체 틀 5"/>
          <p:cNvSpPr txBox="1">
            <a:spLocks/>
          </p:cNvSpPr>
          <p:nvPr>
            <p:ph type="sldNum"/>
          </p:nvPr>
        </p:nvSpPr>
        <p:spPr>
          <a:xfrm rot="0">
            <a:off x="6553200" y="6356350"/>
            <a:ext cx="2134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898989"/>
                </a:solidFill>
                <a:latin typeface="나눔명조 ExtraBold" charset="0"/>
                <a:ea typeface="나눔명조 ExtraBold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C:/Users/kosmo_21/AppData/Roaming/PolarisOffice/ETemp/5760_5988400/fImage18234303281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7884160" y="332740"/>
            <a:ext cx="865505" cy="161290"/>
          </a:xfrm>
          <a:prstGeom prst="rect"/>
          <a:noFill/>
        </p:spPr>
      </p:pic>
      <p:sp>
        <p:nvSpPr>
          <p:cNvPr id="9" name="도형 8"/>
          <p:cNvSpPr>
            <a:spLocks/>
          </p:cNvSpPr>
          <p:nvPr/>
        </p:nvSpPr>
        <p:spPr>
          <a:xfrm rot="0">
            <a:off x="251460" y="6453505"/>
            <a:ext cx="2283460" cy="21590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이 문서는 나눔글꼴로 작성되었습니다</a:t>
            </a:r>
            <a:r>
              <a:rPr lang="en-US" altLang="ko-KR" sz="800" cap="none" dirty="0" smtClean="0" b="0">
                <a:solidFill>
                  <a:srgbClr val="808080"/>
                </a:solidFill>
                <a:latin typeface="나눔고딕" charset="0"/>
                <a:ea typeface="나눔고딕" charset="0"/>
              </a:rPr>
              <a:t>.  </a:t>
            </a:r>
            <a:r>
              <a:rPr lang="en-US" altLang="ko-KR" sz="800" cap="none" dirty="0" smtClean="0" u="sng" b="0">
                <a:solidFill>
                  <a:srgbClr val="808080"/>
                </a:solidFill>
                <a:latin typeface="나눔고딕" charset="0"/>
                <a:ea typeface="나눔고딕" charset="0"/>
                <a:hlinkClick r:id="rId3"/>
              </a:rPr>
              <a:t>설치하기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도형 5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7" name="도형 6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8" name="그림 7" descr="C:/Users/kosmo_21/AppData/Roaming/PolarisOffice/ETemp/5760_5988400/fImage18234346827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395605" y="6369050"/>
            <a:ext cx="699135" cy="130810"/>
          </a:xfrm>
          <a:prstGeom prst="rect"/>
          <a:noFill/>
        </p:spPr>
      </p:pic>
      <p:sp>
        <p:nvSpPr>
          <p:cNvPr id="11" name="도형 10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C:/Users/kosmo_21/AppData/Roaming/PolarisOffice/ETemp/5760_5988400/fImage18234369961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7884160" y="332740"/>
            <a:ext cx="865505" cy="161290"/>
          </a:xfrm>
          <a:prstGeom prst="rect"/>
          <a:noFill/>
        </p:spPr>
      </p:pic>
      <p:sp>
        <p:nvSpPr>
          <p:cNvPr id="10" name="텍스트 개체 틀 9"/>
          <p:cNvSpPr txBox="1">
            <a:spLocks/>
          </p:cNvSpPr>
          <p:nvPr>
            <p:ph type="ctrTitle"/>
          </p:nvPr>
        </p:nvSpPr>
        <p:spPr>
          <a:xfrm rot="0">
            <a:off x="290195" y="3429000"/>
            <a:ext cx="7773035" cy="1327150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11" name="부제목 10"/>
          <p:cNvSpPr txBox="1">
            <a:spLocks/>
          </p:cNvSpPr>
          <p:nvPr>
            <p:ph type="subTitle"/>
          </p:nvPr>
        </p:nvSpPr>
        <p:spPr>
          <a:xfrm rot="0">
            <a:off x="323215" y="4975225"/>
            <a:ext cx="7777480" cy="81470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None/>
            </a:pPr>
            <a:r>
              <a:rPr lang="en-US" altLang="ko-KR" sz="9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부제목 스타일 편집</a:t>
            </a:r>
          </a:p>
        </p:txBody>
      </p:sp>
      <p:sp>
        <p:nvSpPr>
          <p:cNvPr id="13" name="도형 12"/>
          <p:cNvSpPr>
            <a:spLocks/>
          </p:cNvSpPr>
          <p:nvPr/>
        </p:nvSpPr>
        <p:spPr>
          <a:xfrm rot="0">
            <a:off x="251460" y="6453505"/>
            <a:ext cx="2283460" cy="21590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이 문서는 나눔글꼴로 작성되었습니다</a:t>
            </a:r>
            <a:r>
              <a:rPr lang="en-US" altLang="ko-KR" sz="800" cap="none" dirty="0" smtClean="0" b="0">
                <a:solidFill>
                  <a:srgbClr val="808080"/>
                </a:solidFill>
                <a:latin typeface="나눔고딕" charset="0"/>
                <a:ea typeface="나눔고딕" charset="0"/>
              </a:rPr>
              <a:t>.  </a:t>
            </a:r>
            <a:r>
              <a:rPr lang="en-US" altLang="ko-KR" sz="800" cap="none" dirty="0" smtClean="0" u="sng" b="0">
                <a:solidFill>
                  <a:srgbClr val="808080"/>
                </a:solidFill>
                <a:latin typeface="나눔고딕" charset="0"/>
                <a:ea typeface="나눔고딕" charset="0"/>
                <a:hlinkClick r:id="rId3"/>
              </a:rPr>
              <a:t>설치하기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 txBox="1">
            <a:spLocks/>
          </p:cNvSpPr>
          <p:nvPr>
            <p:ph type="ctrTitle"/>
          </p:nvPr>
        </p:nvSpPr>
        <p:spPr>
          <a:xfrm rot="0">
            <a:off x="314960" y="780415"/>
            <a:ext cx="2038350" cy="77660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</a:t>
            </a:r>
          </a:p>
        </p:txBody>
      </p:sp>
      <p:sp>
        <p:nvSpPr>
          <p:cNvPr id="7" name="부제목 6"/>
          <p:cNvSpPr txBox="1">
            <a:spLocks/>
          </p:cNvSpPr>
          <p:nvPr>
            <p:ph type="subTitle" hasCustomPrompt="1"/>
          </p:nvPr>
        </p:nvSpPr>
        <p:spPr>
          <a:xfrm rot="0">
            <a:off x="2360295" y="929640"/>
            <a:ext cx="6396355" cy="30162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Tx/>
              <a:buNone/>
            </a:pPr>
            <a:r>
              <a:rPr lang="en-US" altLang="ko-KR" sz="1200" cap="none" dirty="0" smtClean="0" b="0">
                <a:solidFill>
                  <a:srgbClr val="00B0F0"/>
                </a:solidFill>
                <a:latin typeface="나눔고딕 ExtraBold" charset="0"/>
                <a:ea typeface="나눔고딕 ExtraBold" charset="0"/>
              </a:rPr>
              <a:t>마스터 제목 스타일 편집</a:t>
            </a:r>
          </a:p>
        </p:txBody>
      </p:sp>
      <p:cxnSp>
        <p:nvCxnSpPr>
          <p:cNvPr id="5" name="도형 4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9" name="도형 8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10" name="그림 9" descr="C:/Users/kosmo_21/AppData/Roaming/PolarisOffice/ETemp/5760_5988400/fImage1823444491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395605" y="6369050"/>
            <a:ext cx="699135" cy="130810"/>
          </a:xfrm>
          <a:prstGeom prst="rect"/>
          <a:noFill/>
        </p:spPr>
      </p:pic>
      <p:sp>
        <p:nvSpPr>
          <p:cNvPr id="19" name="내용 개체 틀 18"/>
          <p:cNvSpPr txBox="1">
            <a:spLocks/>
          </p:cNvSpPr>
          <p:nvPr>
            <p:ph type="obj"/>
          </p:nvPr>
        </p:nvSpPr>
        <p:spPr>
          <a:xfrm rot="0">
            <a:off x="2362835" y="1168400"/>
            <a:ext cx="6386195" cy="38925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342900" indent="-342900" algn="l" fontAlgn="auto" defTabSz="91440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None/>
            </a:pPr>
            <a:r>
              <a:rPr lang="en-US" altLang="ko-KR" sz="1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텍스트 스타일을 편집합니다</a:t>
            </a:r>
          </a:p>
        </p:txBody>
      </p:sp>
      <p:sp>
        <p:nvSpPr>
          <p:cNvPr id="8" name="도형 7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 txBox="1">
            <a:spLocks/>
          </p:cNvSpPr>
          <p:nvPr>
            <p:ph type="ctrTitle"/>
          </p:nvPr>
        </p:nvSpPr>
        <p:spPr>
          <a:xfrm rot="0">
            <a:off x="685800" y="2130425"/>
            <a:ext cx="7773035" cy="1470660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3" name="부제목 2"/>
          <p:cNvSpPr txBox="1">
            <a:spLocks/>
          </p:cNvSpPr>
          <p:nvPr>
            <p:ph type="subTitle"/>
          </p:nvPr>
        </p:nvSpPr>
        <p:spPr>
          <a:xfrm rot="0">
            <a:off x="1371600" y="3886200"/>
            <a:ext cx="6401435" cy="175323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None/>
            </a:pPr>
            <a:r>
              <a:rPr lang="en-US" altLang="ko-KR" sz="3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마스터 부제목 스타일 편집</a:t>
            </a:r>
          </a:p>
        </p:txBody>
      </p:sp>
      <p:sp>
        <p:nvSpPr>
          <p:cNvPr id="4" name="날짜 개체 틀 3"/>
          <p:cNvSpPr txBox="1">
            <a:spLocks/>
          </p:cNvSpPr>
          <p:nvPr>
            <p:ph type="dt"/>
          </p:nvPr>
        </p:nvSpPr>
        <p:spPr>
          <a:xfrm rot="0">
            <a:off x="457200" y="6356350"/>
            <a:ext cx="2134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datetime1">
              <a:rPr lang="ko-KR" altLang="en-US" sz="1200" cap="none" dirty="0" smtClean="0" b="0">
                <a:solidFill>
                  <a:srgbClr val="898989"/>
                </a:solidFill>
                <a:latin typeface="나눔명조 ExtraBold" charset="0"/>
                <a:ea typeface="나눔명조 ExtraBold" charset="0"/>
              </a:rPr>
              <a:t>2011-10-19</a:t>
            </a:fld>
          </a:p>
        </p:txBody>
      </p:sp>
      <p:sp>
        <p:nvSpPr>
          <p:cNvPr id="5" name="바닥글 개체 틀 4"/>
          <p:cNvSpPr txBox="1">
            <a:spLocks/>
          </p:cNvSpPr>
          <p:nvPr>
            <p:ph type="ftr"/>
          </p:nvPr>
        </p:nvSpPr>
        <p:spPr>
          <a:xfrm rot="0">
            <a:off x="3124200" y="6356350"/>
            <a:ext cx="2896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6" name="슬라이드 번호 개체 틀 5"/>
          <p:cNvSpPr txBox="1">
            <a:spLocks/>
          </p:cNvSpPr>
          <p:nvPr>
            <p:ph type="sldNum"/>
          </p:nvPr>
        </p:nvSpPr>
        <p:spPr>
          <a:xfrm rot="0">
            <a:off x="6553200" y="6356350"/>
            <a:ext cx="2134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898989"/>
                </a:solidFill>
                <a:latin typeface="나눔명조 ExtraBold" charset="0"/>
                <a:ea typeface="나눔명조 ExtraBold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C:/Users/kosmo_21/AppData/Roaming/PolarisOffice/ETemp/5760_5988400/fImage18234972995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7884160" y="332740"/>
            <a:ext cx="865505" cy="161290"/>
          </a:xfrm>
          <a:prstGeom prst="rect"/>
          <a:noFill/>
        </p:spPr>
      </p:pic>
      <p:sp>
        <p:nvSpPr>
          <p:cNvPr id="9" name="도형 8"/>
          <p:cNvSpPr>
            <a:spLocks/>
          </p:cNvSpPr>
          <p:nvPr/>
        </p:nvSpPr>
        <p:spPr>
          <a:xfrm rot="0">
            <a:off x="251460" y="6453505"/>
            <a:ext cx="2283460" cy="21590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이 문서는 나눔글꼴로 작성되었습니다</a:t>
            </a:r>
            <a:r>
              <a:rPr lang="en-US" altLang="ko-KR" sz="800" cap="none" dirty="0" smtClean="0" b="0">
                <a:solidFill>
                  <a:srgbClr val="808080"/>
                </a:solidFill>
                <a:latin typeface="나눔고딕" charset="0"/>
                <a:ea typeface="나눔고딕" charset="0"/>
              </a:rPr>
              <a:t>.  </a:t>
            </a:r>
            <a:r>
              <a:rPr lang="en-US" altLang="ko-KR" sz="800" cap="none" dirty="0" smtClean="0" u="sng" b="0">
                <a:solidFill>
                  <a:srgbClr val="808080"/>
                </a:solidFill>
                <a:latin typeface="나눔고딕" charset="0"/>
                <a:ea typeface="나눔고딕" charset="0"/>
                <a:hlinkClick r:id="rId3"/>
              </a:rPr>
              <a:t>설치하기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도형 5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7" name="도형 6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8" name="그림 7" descr="C:/Users/kosmo_21/AppData/Roaming/PolarisOffice/ETemp/5760_5988400/fImage18235011942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395605" y="6369050"/>
            <a:ext cx="699135" cy="130810"/>
          </a:xfrm>
          <a:prstGeom prst="rect"/>
          <a:noFill/>
        </p:spPr>
      </p:pic>
      <p:sp>
        <p:nvSpPr>
          <p:cNvPr id="11" name="도형 10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C:/Users/kosmo_21/AppData/Roaming/PolarisOffice/ETemp/5760_5988400/fImage18235034827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7884160" y="332740"/>
            <a:ext cx="865505" cy="161290"/>
          </a:xfrm>
          <a:prstGeom prst="rect"/>
          <a:noFill/>
        </p:spPr>
      </p:pic>
      <p:sp>
        <p:nvSpPr>
          <p:cNvPr id="10" name="텍스트 개체 틀 9"/>
          <p:cNvSpPr txBox="1">
            <a:spLocks/>
          </p:cNvSpPr>
          <p:nvPr>
            <p:ph type="ctrTitle"/>
          </p:nvPr>
        </p:nvSpPr>
        <p:spPr>
          <a:xfrm rot="0">
            <a:off x="290195" y="3429000"/>
            <a:ext cx="7773035" cy="1327150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11" name="부제목 10"/>
          <p:cNvSpPr txBox="1">
            <a:spLocks/>
          </p:cNvSpPr>
          <p:nvPr>
            <p:ph type="subTitle"/>
          </p:nvPr>
        </p:nvSpPr>
        <p:spPr>
          <a:xfrm rot="0">
            <a:off x="323215" y="4975225"/>
            <a:ext cx="7777480" cy="81470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None/>
            </a:pPr>
            <a:r>
              <a:rPr lang="en-US" altLang="ko-KR" sz="9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부제목 스타일 편집</a:t>
            </a:r>
          </a:p>
        </p:txBody>
      </p:sp>
      <p:sp>
        <p:nvSpPr>
          <p:cNvPr id="13" name="도형 12"/>
          <p:cNvSpPr>
            <a:spLocks/>
          </p:cNvSpPr>
          <p:nvPr/>
        </p:nvSpPr>
        <p:spPr>
          <a:xfrm rot="0">
            <a:off x="251460" y="6453505"/>
            <a:ext cx="2283460" cy="21590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이 문서는 나눔글꼴로 작성되었습니다</a:t>
            </a:r>
            <a:r>
              <a:rPr lang="en-US" altLang="ko-KR" sz="800" cap="none" dirty="0" smtClean="0" b="0">
                <a:solidFill>
                  <a:srgbClr val="808080"/>
                </a:solidFill>
                <a:latin typeface="나눔고딕" charset="0"/>
                <a:ea typeface="나눔고딕" charset="0"/>
              </a:rPr>
              <a:t>.  </a:t>
            </a:r>
            <a:r>
              <a:rPr lang="en-US" altLang="ko-KR" sz="800" cap="none" dirty="0" smtClean="0" u="sng" b="0">
                <a:solidFill>
                  <a:srgbClr val="808080"/>
                </a:solidFill>
                <a:latin typeface="나눔고딕" charset="0"/>
                <a:ea typeface="나눔고딕" charset="0"/>
                <a:hlinkClick r:id="rId3"/>
              </a:rPr>
              <a:t>설치하기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 txBox="1">
            <a:spLocks/>
          </p:cNvSpPr>
          <p:nvPr>
            <p:ph type="ctrTitle"/>
          </p:nvPr>
        </p:nvSpPr>
        <p:spPr>
          <a:xfrm rot="0">
            <a:off x="314960" y="780415"/>
            <a:ext cx="2038350" cy="77660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</a:t>
            </a:r>
          </a:p>
        </p:txBody>
      </p:sp>
      <p:sp>
        <p:nvSpPr>
          <p:cNvPr id="7" name="부제목 6"/>
          <p:cNvSpPr txBox="1">
            <a:spLocks/>
          </p:cNvSpPr>
          <p:nvPr>
            <p:ph type="subTitle" hasCustomPrompt="1"/>
          </p:nvPr>
        </p:nvSpPr>
        <p:spPr>
          <a:xfrm rot="0">
            <a:off x="2360295" y="929640"/>
            <a:ext cx="6396355" cy="30162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Tx/>
              <a:buNone/>
            </a:pPr>
            <a:r>
              <a:rPr lang="en-US" altLang="ko-KR" sz="1200" cap="none" dirty="0" smtClean="0" b="0">
                <a:solidFill>
                  <a:srgbClr val="00B0F0"/>
                </a:solidFill>
                <a:latin typeface="나눔고딕 ExtraBold" charset="0"/>
                <a:ea typeface="나눔고딕 ExtraBold" charset="0"/>
              </a:rPr>
              <a:t>마스터 제목 스타일 편집</a:t>
            </a:r>
          </a:p>
        </p:txBody>
      </p:sp>
      <p:cxnSp>
        <p:nvCxnSpPr>
          <p:cNvPr id="5" name="도형 4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9" name="도형 8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10" name="그림 9" descr="C:/Users/kosmo_21/AppData/Roaming/PolarisOffice/ETemp/5760_5988400/fImage18235115436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395605" y="6369050"/>
            <a:ext cx="699135" cy="130810"/>
          </a:xfrm>
          <a:prstGeom prst="rect"/>
          <a:noFill/>
        </p:spPr>
      </p:pic>
      <p:sp>
        <p:nvSpPr>
          <p:cNvPr id="19" name="내용 개체 틀 18"/>
          <p:cNvSpPr txBox="1">
            <a:spLocks/>
          </p:cNvSpPr>
          <p:nvPr>
            <p:ph type="obj"/>
          </p:nvPr>
        </p:nvSpPr>
        <p:spPr>
          <a:xfrm rot="0">
            <a:off x="2362835" y="1168400"/>
            <a:ext cx="6386195" cy="38925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342900" indent="-342900" algn="l" fontAlgn="auto" defTabSz="91440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None/>
            </a:pPr>
            <a:r>
              <a:rPr lang="en-US" altLang="ko-KR" sz="1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텍스트 스타일을 편집합니다</a:t>
            </a:r>
          </a:p>
        </p:txBody>
      </p:sp>
      <p:sp>
        <p:nvSpPr>
          <p:cNvPr id="8" name="도형 7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 txBox="1">
            <a:spLocks/>
          </p:cNvSpPr>
          <p:nvPr>
            <p:ph type="ctrTitle"/>
          </p:nvPr>
        </p:nvSpPr>
        <p:spPr>
          <a:xfrm rot="0">
            <a:off x="685800" y="2130425"/>
            <a:ext cx="7773035" cy="1470660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3" name="부제목 2"/>
          <p:cNvSpPr txBox="1">
            <a:spLocks/>
          </p:cNvSpPr>
          <p:nvPr>
            <p:ph type="subTitle"/>
          </p:nvPr>
        </p:nvSpPr>
        <p:spPr>
          <a:xfrm rot="0">
            <a:off x="1371600" y="3886200"/>
            <a:ext cx="6401435" cy="175323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None/>
            </a:pPr>
            <a:r>
              <a:rPr lang="en-US" altLang="ko-KR" sz="3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마스터 부제목 스타일 편집</a:t>
            </a:r>
          </a:p>
        </p:txBody>
      </p:sp>
      <p:sp>
        <p:nvSpPr>
          <p:cNvPr id="4" name="날짜 개체 틀 3"/>
          <p:cNvSpPr txBox="1">
            <a:spLocks/>
          </p:cNvSpPr>
          <p:nvPr>
            <p:ph type="dt"/>
          </p:nvPr>
        </p:nvSpPr>
        <p:spPr>
          <a:xfrm rot="0">
            <a:off x="457200" y="6356350"/>
            <a:ext cx="2134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datetime1">
              <a:rPr lang="ko-KR" altLang="en-US" sz="1200" cap="none" dirty="0" smtClean="0" b="0">
                <a:solidFill>
                  <a:srgbClr val="898989"/>
                </a:solidFill>
                <a:latin typeface="나눔명조 ExtraBold" charset="0"/>
                <a:ea typeface="나눔명조 ExtraBold" charset="0"/>
              </a:rPr>
              <a:t>2011-10-19</a:t>
            </a:fld>
          </a:p>
        </p:txBody>
      </p:sp>
      <p:sp>
        <p:nvSpPr>
          <p:cNvPr id="5" name="바닥글 개체 틀 4"/>
          <p:cNvSpPr txBox="1">
            <a:spLocks/>
          </p:cNvSpPr>
          <p:nvPr>
            <p:ph type="ftr"/>
          </p:nvPr>
        </p:nvSpPr>
        <p:spPr>
          <a:xfrm rot="0">
            <a:off x="3124200" y="6356350"/>
            <a:ext cx="2896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6" name="슬라이드 번호 개체 틀 5"/>
          <p:cNvSpPr txBox="1">
            <a:spLocks/>
          </p:cNvSpPr>
          <p:nvPr>
            <p:ph type="sldNum"/>
          </p:nvPr>
        </p:nvSpPr>
        <p:spPr>
          <a:xfrm rot="0">
            <a:off x="6553200" y="6356350"/>
            <a:ext cx="2134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898989"/>
                </a:solidFill>
                <a:latin typeface="나눔명조 ExtraBold" charset="0"/>
                <a:ea typeface="나눔명조 ExtraBold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C:/Users/kosmo_21/AppData/Roaming/PolarisOffice/ETemp/5760_5988400/fImage18235392391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7884160" y="332740"/>
            <a:ext cx="865505" cy="161290"/>
          </a:xfrm>
          <a:prstGeom prst="rect"/>
          <a:noFill/>
        </p:spPr>
      </p:pic>
      <p:sp>
        <p:nvSpPr>
          <p:cNvPr id="9" name="도형 8"/>
          <p:cNvSpPr>
            <a:spLocks/>
          </p:cNvSpPr>
          <p:nvPr/>
        </p:nvSpPr>
        <p:spPr>
          <a:xfrm rot="0">
            <a:off x="251460" y="6453505"/>
            <a:ext cx="2283460" cy="21590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이 문서는 나눔글꼴로 작성되었습니다</a:t>
            </a:r>
            <a:r>
              <a:rPr lang="en-US" altLang="ko-KR" sz="800" cap="none" dirty="0" smtClean="0" b="0">
                <a:solidFill>
                  <a:srgbClr val="808080"/>
                </a:solidFill>
                <a:latin typeface="나눔고딕" charset="0"/>
                <a:ea typeface="나눔고딕" charset="0"/>
              </a:rPr>
              <a:t>.  </a:t>
            </a:r>
            <a:r>
              <a:rPr lang="en-US" altLang="ko-KR" sz="800" cap="none" dirty="0" smtClean="0" u="sng" b="0">
                <a:solidFill>
                  <a:srgbClr val="808080"/>
                </a:solidFill>
                <a:latin typeface="나눔고딕" charset="0"/>
                <a:ea typeface="나눔고딕" charset="0"/>
                <a:hlinkClick r:id="rId3"/>
              </a:rPr>
              <a:t>설치하기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도형 5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7" name="도형 6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8" name="그림 7" descr="C:/Users/kosmo_21/AppData/Roaming/PolarisOffice/ETemp/5760_5988400/fImage18235434604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395605" y="6369050"/>
            <a:ext cx="699135" cy="130810"/>
          </a:xfrm>
          <a:prstGeom prst="rect"/>
          <a:noFill/>
        </p:spPr>
      </p:pic>
      <p:sp>
        <p:nvSpPr>
          <p:cNvPr id="11" name="도형 10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C:/Users/kosmo_21/AppData/Roaming/PolarisOffice/ETemp/5760_5988400/fImage18235453902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7884160" y="332740"/>
            <a:ext cx="865505" cy="161290"/>
          </a:xfrm>
          <a:prstGeom prst="rect"/>
          <a:noFill/>
        </p:spPr>
      </p:pic>
      <p:sp>
        <p:nvSpPr>
          <p:cNvPr id="10" name="텍스트 개체 틀 9"/>
          <p:cNvSpPr txBox="1">
            <a:spLocks/>
          </p:cNvSpPr>
          <p:nvPr>
            <p:ph type="ctrTitle"/>
          </p:nvPr>
        </p:nvSpPr>
        <p:spPr>
          <a:xfrm rot="0">
            <a:off x="290195" y="3429000"/>
            <a:ext cx="7773035" cy="1327150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11" name="부제목 10"/>
          <p:cNvSpPr txBox="1">
            <a:spLocks/>
          </p:cNvSpPr>
          <p:nvPr>
            <p:ph type="subTitle"/>
          </p:nvPr>
        </p:nvSpPr>
        <p:spPr>
          <a:xfrm rot="0">
            <a:off x="323215" y="4975225"/>
            <a:ext cx="7777480" cy="81470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None/>
            </a:pPr>
            <a:r>
              <a:rPr lang="en-US" altLang="ko-KR" sz="9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부제목 스타일 편집</a:t>
            </a:r>
          </a:p>
        </p:txBody>
      </p:sp>
      <p:sp>
        <p:nvSpPr>
          <p:cNvPr id="13" name="도형 12"/>
          <p:cNvSpPr>
            <a:spLocks/>
          </p:cNvSpPr>
          <p:nvPr/>
        </p:nvSpPr>
        <p:spPr>
          <a:xfrm rot="0">
            <a:off x="251460" y="6453505"/>
            <a:ext cx="2283460" cy="21590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이 문서는 나눔글꼴로 작성되었습니다</a:t>
            </a:r>
            <a:r>
              <a:rPr lang="en-US" altLang="ko-KR" sz="800" cap="none" dirty="0" smtClean="0" b="0">
                <a:solidFill>
                  <a:srgbClr val="808080"/>
                </a:solidFill>
                <a:latin typeface="나눔고딕" charset="0"/>
                <a:ea typeface="나눔고딕" charset="0"/>
              </a:rPr>
              <a:t>.  </a:t>
            </a:r>
            <a:r>
              <a:rPr lang="en-US" altLang="ko-KR" sz="800" cap="none" dirty="0" smtClean="0" u="sng" b="0">
                <a:solidFill>
                  <a:srgbClr val="808080"/>
                </a:solidFill>
                <a:latin typeface="나눔고딕" charset="0"/>
                <a:ea typeface="나눔고딕" charset="0"/>
                <a:hlinkClick r:id="rId3"/>
              </a:rPr>
              <a:t>설치하기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 txBox="1">
            <a:spLocks/>
          </p:cNvSpPr>
          <p:nvPr>
            <p:ph type="ctrTitle"/>
          </p:nvPr>
        </p:nvSpPr>
        <p:spPr>
          <a:xfrm rot="0">
            <a:off x="314960" y="780415"/>
            <a:ext cx="2038350" cy="77660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</a:t>
            </a:r>
          </a:p>
        </p:txBody>
      </p:sp>
      <p:sp>
        <p:nvSpPr>
          <p:cNvPr id="7" name="부제목 6"/>
          <p:cNvSpPr txBox="1">
            <a:spLocks/>
          </p:cNvSpPr>
          <p:nvPr>
            <p:ph type="subTitle" hasCustomPrompt="1"/>
          </p:nvPr>
        </p:nvSpPr>
        <p:spPr>
          <a:xfrm rot="0">
            <a:off x="2360295" y="929640"/>
            <a:ext cx="6396355" cy="30162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Tx/>
              <a:buNone/>
            </a:pPr>
            <a:r>
              <a:rPr lang="en-US" altLang="ko-KR" sz="1200" cap="none" dirty="0" smtClean="0" b="0">
                <a:solidFill>
                  <a:srgbClr val="00B0F0"/>
                </a:solidFill>
                <a:latin typeface="나눔고딕 ExtraBold" charset="0"/>
                <a:ea typeface="나눔고딕 ExtraBold" charset="0"/>
              </a:rPr>
              <a:t>마스터 제목 스타일 편집</a:t>
            </a:r>
          </a:p>
        </p:txBody>
      </p:sp>
      <p:cxnSp>
        <p:nvCxnSpPr>
          <p:cNvPr id="5" name="도형 4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9" name="도형 8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10" name="그림 9" descr="C:/Users/kosmo_21/AppData/Roaming/PolarisOffice/ETemp/5760_5988400/fImage1823553153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395605" y="6369050"/>
            <a:ext cx="699135" cy="130810"/>
          </a:xfrm>
          <a:prstGeom prst="rect"/>
          <a:noFill/>
        </p:spPr>
      </p:pic>
      <p:sp>
        <p:nvSpPr>
          <p:cNvPr id="19" name="내용 개체 틀 18"/>
          <p:cNvSpPr txBox="1">
            <a:spLocks/>
          </p:cNvSpPr>
          <p:nvPr>
            <p:ph type="obj"/>
          </p:nvPr>
        </p:nvSpPr>
        <p:spPr>
          <a:xfrm rot="0">
            <a:off x="2362835" y="1168400"/>
            <a:ext cx="6386195" cy="38925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342900" indent="-342900" algn="l" fontAlgn="auto" defTabSz="91440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None/>
            </a:pPr>
            <a:r>
              <a:rPr lang="en-US" altLang="ko-KR" sz="1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텍스트 스타일을 편집합니다</a:t>
            </a:r>
          </a:p>
        </p:txBody>
      </p:sp>
      <p:sp>
        <p:nvSpPr>
          <p:cNvPr id="8" name="도형 7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 txBox="1">
            <a:spLocks/>
          </p:cNvSpPr>
          <p:nvPr>
            <p:ph type="ctrTitle"/>
          </p:nvPr>
        </p:nvSpPr>
        <p:spPr>
          <a:xfrm rot="0">
            <a:off x="685800" y="2130425"/>
            <a:ext cx="7773035" cy="1470660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3" name="부제목 2"/>
          <p:cNvSpPr txBox="1">
            <a:spLocks/>
          </p:cNvSpPr>
          <p:nvPr>
            <p:ph type="subTitle"/>
          </p:nvPr>
        </p:nvSpPr>
        <p:spPr>
          <a:xfrm rot="0">
            <a:off x="1371600" y="3886200"/>
            <a:ext cx="6401435" cy="175323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None/>
            </a:pPr>
            <a:r>
              <a:rPr lang="en-US" altLang="ko-KR" sz="3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마스터 부제목 스타일 편집</a:t>
            </a:r>
          </a:p>
        </p:txBody>
      </p:sp>
      <p:sp>
        <p:nvSpPr>
          <p:cNvPr id="4" name="날짜 개체 틀 3"/>
          <p:cNvSpPr txBox="1">
            <a:spLocks/>
          </p:cNvSpPr>
          <p:nvPr>
            <p:ph type="dt"/>
          </p:nvPr>
        </p:nvSpPr>
        <p:spPr>
          <a:xfrm rot="0">
            <a:off x="457200" y="6356350"/>
            <a:ext cx="2134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datetime1">
              <a:rPr lang="ko-KR" altLang="en-US" sz="1200" cap="none" dirty="0" smtClean="0" b="0">
                <a:solidFill>
                  <a:srgbClr val="898989"/>
                </a:solidFill>
                <a:latin typeface="나눔명조 ExtraBold" charset="0"/>
                <a:ea typeface="나눔명조 ExtraBold" charset="0"/>
              </a:rPr>
              <a:t>2011-10-19</a:t>
            </a:fld>
          </a:p>
        </p:txBody>
      </p:sp>
      <p:sp>
        <p:nvSpPr>
          <p:cNvPr id="5" name="바닥글 개체 틀 4"/>
          <p:cNvSpPr txBox="1">
            <a:spLocks/>
          </p:cNvSpPr>
          <p:nvPr>
            <p:ph type="ftr"/>
          </p:nvPr>
        </p:nvSpPr>
        <p:spPr>
          <a:xfrm rot="0">
            <a:off x="3124200" y="6356350"/>
            <a:ext cx="2896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6" name="슬라이드 번호 개체 틀 5"/>
          <p:cNvSpPr txBox="1">
            <a:spLocks/>
          </p:cNvSpPr>
          <p:nvPr>
            <p:ph type="sldNum"/>
          </p:nvPr>
        </p:nvSpPr>
        <p:spPr>
          <a:xfrm rot="0">
            <a:off x="6553200" y="6356350"/>
            <a:ext cx="2134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898989"/>
                </a:solidFill>
                <a:latin typeface="나눔명조 ExtraBold" charset="0"/>
                <a:ea typeface="나눔명조 ExtraBold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C:/Users/kosmo_21/AppData/Roaming/PolarisOffice/ETemp/5760_5988400/fImage1823581292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7884160" y="332740"/>
            <a:ext cx="865505" cy="161290"/>
          </a:xfrm>
          <a:prstGeom prst="rect"/>
          <a:noFill/>
        </p:spPr>
      </p:pic>
      <p:sp>
        <p:nvSpPr>
          <p:cNvPr id="9" name="도형 8"/>
          <p:cNvSpPr>
            <a:spLocks/>
          </p:cNvSpPr>
          <p:nvPr/>
        </p:nvSpPr>
        <p:spPr>
          <a:xfrm rot="0">
            <a:off x="251460" y="6453505"/>
            <a:ext cx="2283460" cy="21590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이 문서는 나눔글꼴로 작성되었습니다</a:t>
            </a:r>
            <a:r>
              <a:rPr lang="en-US" altLang="ko-KR" sz="800" cap="none" dirty="0" smtClean="0" b="0">
                <a:solidFill>
                  <a:srgbClr val="808080"/>
                </a:solidFill>
                <a:latin typeface="나눔고딕" charset="0"/>
                <a:ea typeface="나눔고딕" charset="0"/>
              </a:rPr>
              <a:t>.  </a:t>
            </a:r>
            <a:r>
              <a:rPr lang="en-US" altLang="ko-KR" sz="800" cap="none" dirty="0" smtClean="0" u="sng" b="0">
                <a:solidFill>
                  <a:srgbClr val="808080"/>
                </a:solidFill>
                <a:latin typeface="나눔고딕" charset="0"/>
                <a:ea typeface="나눔고딕" charset="0"/>
                <a:hlinkClick r:id="rId3"/>
              </a:rPr>
              <a:t>설치하기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도형 5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7" name="도형 6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8" name="그림 7" descr="C:/Users/kosmo_21/AppData/Roaming/PolarisOffice/ETemp/5760_5988400/fImage18235852382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395605" y="6369050"/>
            <a:ext cx="699135" cy="130810"/>
          </a:xfrm>
          <a:prstGeom prst="rect"/>
          <a:noFill/>
        </p:spPr>
      </p:pic>
      <p:sp>
        <p:nvSpPr>
          <p:cNvPr id="11" name="도형 10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C:/Users/kosmo_21/AppData/Roaming/PolarisOffice/ETemp/5760_5988400/fImage18235877421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7884160" y="332740"/>
            <a:ext cx="865505" cy="161290"/>
          </a:xfrm>
          <a:prstGeom prst="rect"/>
          <a:noFill/>
        </p:spPr>
      </p:pic>
      <p:sp>
        <p:nvSpPr>
          <p:cNvPr id="10" name="텍스트 개체 틀 9"/>
          <p:cNvSpPr txBox="1">
            <a:spLocks/>
          </p:cNvSpPr>
          <p:nvPr>
            <p:ph type="ctrTitle"/>
          </p:nvPr>
        </p:nvSpPr>
        <p:spPr>
          <a:xfrm rot="0">
            <a:off x="290195" y="3429000"/>
            <a:ext cx="7773035" cy="1327150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11" name="부제목 10"/>
          <p:cNvSpPr txBox="1">
            <a:spLocks/>
          </p:cNvSpPr>
          <p:nvPr>
            <p:ph type="subTitle"/>
          </p:nvPr>
        </p:nvSpPr>
        <p:spPr>
          <a:xfrm rot="0">
            <a:off x="323215" y="4975225"/>
            <a:ext cx="7777480" cy="81470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None/>
            </a:pPr>
            <a:r>
              <a:rPr lang="en-US" altLang="ko-KR" sz="9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부제목 스타일 편집</a:t>
            </a:r>
          </a:p>
        </p:txBody>
      </p:sp>
      <p:sp>
        <p:nvSpPr>
          <p:cNvPr id="13" name="도형 12"/>
          <p:cNvSpPr>
            <a:spLocks/>
          </p:cNvSpPr>
          <p:nvPr/>
        </p:nvSpPr>
        <p:spPr>
          <a:xfrm rot="0">
            <a:off x="251460" y="6453505"/>
            <a:ext cx="2283460" cy="21590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이 문서는 나눔글꼴로 작성되었습니다</a:t>
            </a:r>
            <a:r>
              <a:rPr lang="en-US" altLang="ko-KR" sz="800" cap="none" dirty="0" smtClean="0" b="0">
                <a:solidFill>
                  <a:srgbClr val="808080"/>
                </a:solidFill>
                <a:latin typeface="나눔고딕" charset="0"/>
                <a:ea typeface="나눔고딕" charset="0"/>
              </a:rPr>
              <a:t>.  </a:t>
            </a:r>
            <a:r>
              <a:rPr lang="en-US" altLang="ko-KR" sz="800" cap="none" dirty="0" smtClean="0" u="sng" b="0">
                <a:solidFill>
                  <a:srgbClr val="808080"/>
                </a:solidFill>
                <a:latin typeface="나눔고딕" charset="0"/>
                <a:ea typeface="나눔고딕" charset="0"/>
                <a:hlinkClick r:id="rId3"/>
              </a:rPr>
              <a:t>설치하기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 txBox="1">
            <a:spLocks/>
          </p:cNvSpPr>
          <p:nvPr>
            <p:ph type="ctrTitle"/>
          </p:nvPr>
        </p:nvSpPr>
        <p:spPr>
          <a:xfrm rot="0">
            <a:off x="314960" y="780415"/>
            <a:ext cx="2038350" cy="77660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</a:t>
            </a:r>
          </a:p>
        </p:txBody>
      </p:sp>
      <p:sp>
        <p:nvSpPr>
          <p:cNvPr id="7" name="부제목 6"/>
          <p:cNvSpPr txBox="1">
            <a:spLocks/>
          </p:cNvSpPr>
          <p:nvPr>
            <p:ph type="subTitle" hasCustomPrompt="1"/>
          </p:nvPr>
        </p:nvSpPr>
        <p:spPr>
          <a:xfrm rot="0">
            <a:off x="2360295" y="929640"/>
            <a:ext cx="6396355" cy="30162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Tx/>
              <a:buNone/>
            </a:pPr>
            <a:r>
              <a:rPr lang="en-US" altLang="ko-KR" sz="1200" cap="none" dirty="0" smtClean="0" b="0">
                <a:solidFill>
                  <a:srgbClr val="00B0F0"/>
                </a:solidFill>
                <a:latin typeface="나눔고딕 ExtraBold" charset="0"/>
                <a:ea typeface="나눔고딕 ExtraBold" charset="0"/>
              </a:rPr>
              <a:t>마스터 제목 스타일 편집</a:t>
            </a:r>
          </a:p>
        </p:txBody>
      </p:sp>
      <p:cxnSp>
        <p:nvCxnSpPr>
          <p:cNvPr id="5" name="도형 4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9" name="도형 8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10" name="그림 9" descr="C:/Users/kosmo_21/AppData/Roaming/PolarisOffice/ETemp/5760_5988400/fImage18235958716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395605" y="6369050"/>
            <a:ext cx="699135" cy="130810"/>
          </a:xfrm>
          <a:prstGeom prst="rect"/>
          <a:noFill/>
        </p:spPr>
      </p:pic>
      <p:sp>
        <p:nvSpPr>
          <p:cNvPr id="19" name="내용 개체 틀 18"/>
          <p:cNvSpPr txBox="1">
            <a:spLocks/>
          </p:cNvSpPr>
          <p:nvPr>
            <p:ph type="obj"/>
          </p:nvPr>
        </p:nvSpPr>
        <p:spPr>
          <a:xfrm rot="0">
            <a:off x="2362835" y="1168400"/>
            <a:ext cx="6386195" cy="38925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342900" indent="-342900" algn="l" fontAlgn="auto" defTabSz="91440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None/>
            </a:pPr>
            <a:r>
              <a:rPr lang="en-US" altLang="ko-KR" sz="1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텍스트 스타일을 편집합니다</a:t>
            </a:r>
          </a:p>
        </p:txBody>
      </p:sp>
      <p:sp>
        <p:nvSpPr>
          <p:cNvPr id="8" name="도형 7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 txBox="1">
            <a:spLocks/>
          </p:cNvSpPr>
          <p:nvPr>
            <p:ph type="ctrTitle"/>
          </p:nvPr>
        </p:nvSpPr>
        <p:spPr>
          <a:xfrm rot="0">
            <a:off x="685800" y="2130425"/>
            <a:ext cx="7773035" cy="1470660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3" name="부제목 2"/>
          <p:cNvSpPr txBox="1">
            <a:spLocks/>
          </p:cNvSpPr>
          <p:nvPr>
            <p:ph type="subTitle"/>
          </p:nvPr>
        </p:nvSpPr>
        <p:spPr>
          <a:xfrm rot="0">
            <a:off x="1371600" y="3886200"/>
            <a:ext cx="6401435" cy="175323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None/>
            </a:pPr>
            <a:r>
              <a:rPr lang="en-US" altLang="ko-KR" sz="3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마스터 부제목 스타일 편집</a:t>
            </a:r>
          </a:p>
        </p:txBody>
      </p:sp>
      <p:sp>
        <p:nvSpPr>
          <p:cNvPr id="4" name="날짜 개체 틀 3"/>
          <p:cNvSpPr txBox="1">
            <a:spLocks/>
          </p:cNvSpPr>
          <p:nvPr>
            <p:ph type="dt"/>
          </p:nvPr>
        </p:nvSpPr>
        <p:spPr>
          <a:xfrm rot="0">
            <a:off x="457200" y="6356350"/>
            <a:ext cx="2134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datetime1">
              <a:rPr lang="ko-KR" altLang="en-US" sz="1200" cap="none" dirty="0" smtClean="0" b="0">
                <a:solidFill>
                  <a:srgbClr val="898989"/>
                </a:solidFill>
                <a:latin typeface="나눔명조 ExtraBold" charset="0"/>
                <a:ea typeface="나눔명조 ExtraBold" charset="0"/>
              </a:rPr>
              <a:t>2011-10-19</a:t>
            </a:fld>
          </a:p>
        </p:txBody>
      </p:sp>
      <p:sp>
        <p:nvSpPr>
          <p:cNvPr id="5" name="바닥글 개체 틀 4"/>
          <p:cNvSpPr txBox="1">
            <a:spLocks/>
          </p:cNvSpPr>
          <p:nvPr>
            <p:ph type="ftr"/>
          </p:nvPr>
        </p:nvSpPr>
        <p:spPr>
          <a:xfrm rot="0">
            <a:off x="3124200" y="6356350"/>
            <a:ext cx="2896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6" name="슬라이드 번호 개체 틀 5"/>
          <p:cNvSpPr txBox="1">
            <a:spLocks/>
          </p:cNvSpPr>
          <p:nvPr>
            <p:ph type="sldNum"/>
          </p:nvPr>
        </p:nvSpPr>
        <p:spPr>
          <a:xfrm rot="0">
            <a:off x="6553200" y="6356350"/>
            <a:ext cx="2134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898989"/>
                </a:solidFill>
                <a:latin typeface="나눔명조 ExtraBold" charset="0"/>
                <a:ea typeface="나눔명조 ExtraBold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C:/Users/kosmo_21/AppData/Roaming/PolarisOffice/ETemp/5760_5988400/fImage18236239718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7884160" y="332740"/>
            <a:ext cx="865505" cy="161290"/>
          </a:xfrm>
          <a:prstGeom prst="rect"/>
          <a:noFill/>
        </p:spPr>
      </p:pic>
      <p:sp>
        <p:nvSpPr>
          <p:cNvPr id="9" name="도형 8"/>
          <p:cNvSpPr>
            <a:spLocks/>
          </p:cNvSpPr>
          <p:nvPr/>
        </p:nvSpPr>
        <p:spPr>
          <a:xfrm rot="0">
            <a:off x="251460" y="6453505"/>
            <a:ext cx="2283460" cy="21590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이 문서는 나눔글꼴로 작성되었습니다</a:t>
            </a:r>
            <a:r>
              <a:rPr lang="en-US" altLang="ko-KR" sz="800" cap="none" dirty="0" smtClean="0" b="0">
                <a:solidFill>
                  <a:srgbClr val="808080"/>
                </a:solidFill>
                <a:latin typeface="나눔고딕" charset="0"/>
                <a:ea typeface="나눔고딕" charset="0"/>
              </a:rPr>
              <a:t>.  </a:t>
            </a:r>
            <a:r>
              <a:rPr lang="en-US" altLang="ko-KR" sz="800" cap="none" dirty="0" smtClean="0" u="sng" b="0">
                <a:solidFill>
                  <a:srgbClr val="808080"/>
                </a:solidFill>
                <a:latin typeface="나눔고딕" charset="0"/>
                <a:ea typeface="나눔고딕" charset="0"/>
                <a:hlinkClick r:id="rId3"/>
              </a:rPr>
              <a:t>설치하기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도형 5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7" name="도형 6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8" name="그림 7" descr="C:/Users/kosmo_21/AppData/Roaming/PolarisOffice/ETemp/5760_5988400/fImage18236279895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395605" y="6369050"/>
            <a:ext cx="699135" cy="130810"/>
          </a:xfrm>
          <a:prstGeom prst="rect"/>
          <a:noFill/>
        </p:spPr>
      </p:pic>
      <p:sp>
        <p:nvSpPr>
          <p:cNvPr id="11" name="도형 10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C:/Users/kosmo_21/AppData/Roaming/PolarisOffice/ETemp/5760_5988400/fImage18236295447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7884160" y="332740"/>
            <a:ext cx="865505" cy="161290"/>
          </a:xfrm>
          <a:prstGeom prst="rect"/>
          <a:noFill/>
        </p:spPr>
      </p:pic>
      <p:sp>
        <p:nvSpPr>
          <p:cNvPr id="10" name="텍스트 개체 틀 9"/>
          <p:cNvSpPr txBox="1">
            <a:spLocks/>
          </p:cNvSpPr>
          <p:nvPr>
            <p:ph type="ctrTitle"/>
          </p:nvPr>
        </p:nvSpPr>
        <p:spPr>
          <a:xfrm rot="0">
            <a:off x="290195" y="3429000"/>
            <a:ext cx="7773035" cy="1327150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11" name="부제목 10"/>
          <p:cNvSpPr txBox="1">
            <a:spLocks/>
          </p:cNvSpPr>
          <p:nvPr>
            <p:ph type="subTitle"/>
          </p:nvPr>
        </p:nvSpPr>
        <p:spPr>
          <a:xfrm rot="0">
            <a:off x="323215" y="4975225"/>
            <a:ext cx="7777480" cy="81470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None/>
            </a:pPr>
            <a:r>
              <a:rPr lang="en-US" altLang="ko-KR" sz="9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부제목 스타일 편집</a:t>
            </a:r>
          </a:p>
        </p:txBody>
      </p:sp>
      <p:sp>
        <p:nvSpPr>
          <p:cNvPr id="13" name="도형 12"/>
          <p:cNvSpPr>
            <a:spLocks/>
          </p:cNvSpPr>
          <p:nvPr/>
        </p:nvSpPr>
        <p:spPr>
          <a:xfrm rot="0">
            <a:off x="251460" y="6453505"/>
            <a:ext cx="2283460" cy="21590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이 문서는 나눔글꼴로 작성되었습니다</a:t>
            </a:r>
            <a:r>
              <a:rPr lang="en-US" altLang="ko-KR" sz="800" cap="none" dirty="0" smtClean="0" b="0">
                <a:solidFill>
                  <a:srgbClr val="808080"/>
                </a:solidFill>
                <a:latin typeface="나눔고딕" charset="0"/>
                <a:ea typeface="나눔고딕" charset="0"/>
              </a:rPr>
              <a:t>.  </a:t>
            </a:r>
            <a:r>
              <a:rPr lang="en-US" altLang="ko-KR" sz="800" cap="none" dirty="0" smtClean="0" u="sng" b="0">
                <a:solidFill>
                  <a:srgbClr val="808080"/>
                </a:solidFill>
                <a:latin typeface="나눔고딕" charset="0"/>
                <a:ea typeface="나눔고딕" charset="0"/>
                <a:hlinkClick r:id="rId3"/>
              </a:rPr>
              <a:t>설치하기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 txBox="1">
            <a:spLocks/>
          </p:cNvSpPr>
          <p:nvPr>
            <p:ph type="ctrTitle"/>
          </p:nvPr>
        </p:nvSpPr>
        <p:spPr>
          <a:xfrm rot="0">
            <a:off x="314960" y="780415"/>
            <a:ext cx="2038350" cy="77660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</a:t>
            </a:r>
          </a:p>
        </p:txBody>
      </p:sp>
      <p:sp>
        <p:nvSpPr>
          <p:cNvPr id="7" name="부제목 6"/>
          <p:cNvSpPr txBox="1">
            <a:spLocks/>
          </p:cNvSpPr>
          <p:nvPr>
            <p:ph type="subTitle" hasCustomPrompt="1"/>
          </p:nvPr>
        </p:nvSpPr>
        <p:spPr>
          <a:xfrm rot="0">
            <a:off x="2360295" y="929640"/>
            <a:ext cx="6396355" cy="30162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Tx/>
              <a:buNone/>
            </a:pPr>
            <a:r>
              <a:rPr lang="en-US" altLang="ko-KR" sz="1200" cap="none" dirty="0" smtClean="0" b="0">
                <a:solidFill>
                  <a:srgbClr val="00B0F0"/>
                </a:solidFill>
                <a:latin typeface="나눔고딕 ExtraBold" charset="0"/>
                <a:ea typeface="나눔고딕 ExtraBold" charset="0"/>
              </a:rPr>
              <a:t>마스터 제목 스타일 편집</a:t>
            </a:r>
          </a:p>
        </p:txBody>
      </p:sp>
      <p:cxnSp>
        <p:nvCxnSpPr>
          <p:cNvPr id="5" name="도형 4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9" name="도형 8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10" name="그림 9" descr="C:/Users/kosmo_21/AppData/Roaming/PolarisOffice/ETemp/5760_5988400/fImage18236371726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395605" y="6369050"/>
            <a:ext cx="699135" cy="130810"/>
          </a:xfrm>
          <a:prstGeom prst="rect"/>
          <a:noFill/>
        </p:spPr>
      </p:pic>
      <p:sp>
        <p:nvSpPr>
          <p:cNvPr id="19" name="내용 개체 틀 18"/>
          <p:cNvSpPr txBox="1">
            <a:spLocks/>
          </p:cNvSpPr>
          <p:nvPr>
            <p:ph type="obj"/>
          </p:nvPr>
        </p:nvSpPr>
        <p:spPr>
          <a:xfrm rot="0">
            <a:off x="2362835" y="1168400"/>
            <a:ext cx="6386195" cy="38925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342900" indent="-342900" algn="l" fontAlgn="auto" defTabSz="91440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None/>
            </a:pPr>
            <a:r>
              <a:rPr lang="en-US" altLang="ko-KR" sz="1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텍스트 스타일을 편집합니다</a:t>
            </a:r>
          </a:p>
        </p:txBody>
      </p:sp>
      <p:sp>
        <p:nvSpPr>
          <p:cNvPr id="8" name="도형 7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 txBox="1">
            <a:spLocks/>
          </p:cNvSpPr>
          <p:nvPr>
            <p:ph type="ctrTitle"/>
          </p:nvPr>
        </p:nvSpPr>
        <p:spPr>
          <a:xfrm rot="0">
            <a:off x="685800" y="2130425"/>
            <a:ext cx="7773035" cy="1470660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3" name="부제목 2"/>
          <p:cNvSpPr txBox="1">
            <a:spLocks/>
          </p:cNvSpPr>
          <p:nvPr>
            <p:ph type="subTitle"/>
          </p:nvPr>
        </p:nvSpPr>
        <p:spPr>
          <a:xfrm rot="0">
            <a:off x="1371600" y="3886200"/>
            <a:ext cx="6401435" cy="175323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None/>
            </a:pPr>
            <a:r>
              <a:rPr lang="en-US" altLang="ko-KR" sz="3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마스터 부제목 스타일 편집</a:t>
            </a:r>
          </a:p>
        </p:txBody>
      </p:sp>
      <p:sp>
        <p:nvSpPr>
          <p:cNvPr id="4" name="날짜 개체 틀 3"/>
          <p:cNvSpPr txBox="1">
            <a:spLocks/>
          </p:cNvSpPr>
          <p:nvPr>
            <p:ph type="dt"/>
          </p:nvPr>
        </p:nvSpPr>
        <p:spPr>
          <a:xfrm rot="0">
            <a:off x="457200" y="6356350"/>
            <a:ext cx="2134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datetime1">
              <a:rPr lang="ko-KR" altLang="en-US" sz="1200" cap="none" dirty="0" smtClean="0" b="0">
                <a:solidFill>
                  <a:srgbClr val="898989"/>
                </a:solidFill>
                <a:latin typeface="나눔명조 ExtraBold" charset="0"/>
                <a:ea typeface="나눔명조 ExtraBold" charset="0"/>
              </a:rPr>
              <a:t>2011-10-19</a:t>
            </a:fld>
          </a:p>
        </p:txBody>
      </p:sp>
      <p:sp>
        <p:nvSpPr>
          <p:cNvPr id="5" name="바닥글 개체 틀 4"/>
          <p:cNvSpPr txBox="1">
            <a:spLocks/>
          </p:cNvSpPr>
          <p:nvPr>
            <p:ph type="ftr"/>
          </p:nvPr>
        </p:nvSpPr>
        <p:spPr>
          <a:xfrm rot="0">
            <a:off x="3124200" y="6356350"/>
            <a:ext cx="2896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6" name="슬라이드 번호 개체 틀 5"/>
          <p:cNvSpPr txBox="1">
            <a:spLocks/>
          </p:cNvSpPr>
          <p:nvPr>
            <p:ph type="sldNum"/>
          </p:nvPr>
        </p:nvSpPr>
        <p:spPr>
          <a:xfrm rot="0">
            <a:off x="6553200" y="6356350"/>
            <a:ext cx="2134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898989"/>
                </a:solidFill>
                <a:latin typeface="나눔명조 ExtraBold" charset="0"/>
                <a:ea typeface="나눔명조 ExtraBold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C:/Users/kosmo_21/AppData/Roaming/PolarisOffice/ETemp/5760_5988400/fImage18236654771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7884160" y="332740"/>
            <a:ext cx="865505" cy="161290"/>
          </a:xfrm>
          <a:prstGeom prst="rect"/>
          <a:noFill/>
        </p:spPr>
      </p:pic>
      <p:sp>
        <p:nvSpPr>
          <p:cNvPr id="9" name="도형 8"/>
          <p:cNvSpPr>
            <a:spLocks/>
          </p:cNvSpPr>
          <p:nvPr/>
        </p:nvSpPr>
        <p:spPr>
          <a:xfrm rot="0">
            <a:off x="251460" y="6453505"/>
            <a:ext cx="2283460" cy="21590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이 문서는 나눔글꼴로 작성되었습니다</a:t>
            </a:r>
            <a:r>
              <a:rPr lang="en-US" altLang="ko-KR" sz="800" cap="none" dirty="0" smtClean="0" b="0">
                <a:solidFill>
                  <a:srgbClr val="808080"/>
                </a:solidFill>
                <a:latin typeface="나눔고딕" charset="0"/>
                <a:ea typeface="나눔고딕" charset="0"/>
              </a:rPr>
              <a:t>.  </a:t>
            </a:r>
            <a:r>
              <a:rPr lang="en-US" altLang="ko-KR" sz="800" cap="none" dirty="0" smtClean="0" u="sng" b="0">
                <a:solidFill>
                  <a:srgbClr val="808080"/>
                </a:solidFill>
                <a:latin typeface="나눔고딕" charset="0"/>
                <a:ea typeface="나눔고딕" charset="0"/>
                <a:hlinkClick r:id="rId3"/>
              </a:rPr>
              <a:t>설치하기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도형 5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7" name="도형 6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8" name="그림 7" descr="C:/Users/kosmo_21/AppData/Roaming/PolarisOffice/ETemp/5760_5988400/fImage18236691538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395605" y="6369050"/>
            <a:ext cx="699135" cy="130810"/>
          </a:xfrm>
          <a:prstGeom prst="rect"/>
          <a:noFill/>
        </p:spPr>
      </p:pic>
      <p:sp>
        <p:nvSpPr>
          <p:cNvPr id="11" name="도형 10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C:/Users/kosmo_21/AppData/Roaming/PolarisOffice/ETemp/5760_5988400/fImage18236711869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7884160" y="332740"/>
            <a:ext cx="865505" cy="161290"/>
          </a:xfrm>
          <a:prstGeom prst="rect"/>
          <a:noFill/>
        </p:spPr>
      </p:pic>
      <p:sp>
        <p:nvSpPr>
          <p:cNvPr id="10" name="텍스트 개체 틀 9"/>
          <p:cNvSpPr txBox="1">
            <a:spLocks/>
          </p:cNvSpPr>
          <p:nvPr>
            <p:ph type="ctrTitle"/>
          </p:nvPr>
        </p:nvSpPr>
        <p:spPr>
          <a:xfrm rot="0">
            <a:off x="290195" y="3429000"/>
            <a:ext cx="7773035" cy="1327150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11" name="부제목 10"/>
          <p:cNvSpPr txBox="1">
            <a:spLocks/>
          </p:cNvSpPr>
          <p:nvPr>
            <p:ph type="subTitle"/>
          </p:nvPr>
        </p:nvSpPr>
        <p:spPr>
          <a:xfrm rot="0">
            <a:off x="323215" y="4975225"/>
            <a:ext cx="7777480" cy="81470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None/>
            </a:pPr>
            <a:r>
              <a:rPr lang="en-US" altLang="ko-KR" sz="9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부제목 스타일 편집</a:t>
            </a:r>
          </a:p>
        </p:txBody>
      </p:sp>
      <p:sp>
        <p:nvSpPr>
          <p:cNvPr id="13" name="도형 12"/>
          <p:cNvSpPr>
            <a:spLocks/>
          </p:cNvSpPr>
          <p:nvPr/>
        </p:nvSpPr>
        <p:spPr>
          <a:xfrm rot="0">
            <a:off x="251460" y="6453505"/>
            <a:ext cx="2283460" cy="21590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이 문서는 나눔글꼴로 작성되었습니다</a:t>
            </a:r>
            <a:r>
              <a:rPr lang="en-US" altLang="ko-KR" sz="800" cap="none" dirty="0" smtClean="0" b="0">
                <a:solidFill>
                  <a:srgbClr val="808080"/>
                </a:solidFill>
                <a:latin typeface="나눔고딕" charset="0"/>
                <a:ea typeface="나눔고딕" charset="0"/>
              </a:rPr>
              <a:t>.  </a:t>
            </a:r>
            <a:r>
              <a:rPr lang="en-US" altLang="ko-KR" sz="800" cap="none" dirty="0" smtClean="0" u="sng" b="0">
                <a:solidFill>
                  <a:srgbClr val="808080"/>
                </a:solidFill>
                <a:latin typeface="나눔고딕" charset="0"/>
                <a:ea typeface="나눔고딕" charset="0"/>
                <a:hlinkClick r:id="rId3"/>
              </a:rPr>
              <a:t>설치하기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 txBox="1">
            <a:spLocks/>
          </p:cNvSpPr>
          <p:nvPr>
            <p:ph type="ctrTitle"/>
          </p:nvPr>
        </p:nvSpPr>
        <p:spPr>
          <a:xfrm rot="0">
            <a:off x="314960" y="780415"/>
            <a:ext cx="2038350" cy="77660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</a:t>
            </a:r>
          </a:p>
        </p:txBody>
      </p:sp>
      <p:sp>
        <p:nvSpPr>
          <p:cNvPr id="7" name="부제목 6"/>
          <p:cNvSpPr txBox="1">
            <a:spLocks/>
          </p:cNvSpPr>
          <p:nvPr>
            <p:ph type="subTitle" hasCustomPrompt="1"/>
          </p:nvPr>
        </p:nvSpPr>
        <p:spPr>
          <a:xfrm rot="0">
            <a:off x="2360295" y="929640"/>
            <a:ext cx="6396355" cy="30162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Tx/>
              <a:buNone/>
            </a:pPr>
            <a:r>
              <a:rPr lang="en-US" altLang="ko-KR" sz="1200" cap="none" dirty="0" smtClean="0" b="0">
                <a:solidFill>
                  <a:srgbClr val="00B0F0"/>
                </a:solidFill>
                <a:latin typeface="나눔고딕 ExtraBold" charset="0"/>
                <a:ea typeface="나눔고딕 ExtraBold" charset="0"/>
              </a:rPr>
              <a:t>마스터 제목 스타일 편집</a:t>
            </a:r>
          </a:p>
        </p:txBody>
      </p:sp>
      <p:cxnSp>
        <p:nvCxnSpPr>
          <p:cNvPr id="5" name="도형 4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9" name="도형 8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10" name="그림 9" descr="C:/Users/kosmo_21/AppData/Roaming/PolarisOffice/ETemp/5760_5988400/fImage18236799912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395605" y="6369050"/>
            <a:ext cx="699135" cy="130810"/>
          </a:xfrm>
          <a:prstGeom prst="rect"/>
          <a:noFill/>
        </p:spPr>
      </p:pic>
      <p:sp>
        <p:nvSpPr>
          <p:cNvPr id="19" name="내용 개체 틀 18"/>
          <p:cNvSpPr txBox="1">
            <a:spLocks/>
          </p:cNvSpPr>
          <p:nvPr>
            <p:ph type="obj"/>
          </p:nvPr>
        </p:nvSpPr>
        <p:spPr>
          <a:xfrm rot="0">
            <a:off x="2362835" y="1168400"/>
            <a:ext cx="6386195" cy="38925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342900" indent="-342900" algn="l" fontAlgn="auto" defTabSz="91440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None/>
            </a:pPr>
            <a:r>
              <a:rPr lang="en-US" altLang="ko-KR" sz="1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텍스트 스타일을 편집합니다</a:t>
            </a:r>
          </a:p>
        </p:txBody>
      </p:sp>
      <p:sp>
        <p:nvSpPr>
          <p:cNvPr id="8" name="도형 7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 txBox="1">
            <a:spLocks/>
          </p:cNvSpPr>
          <p:nvPr>
            <p:ph type="ctrTitle"/>
          </p:nvPr>
        </p:nvSpPr>
        <p:spPr>
          <a:xfrm rot="0">
            <a:off x="685800" y="2130425"/>
            <a:ext cx="7773035" cy="1470660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3" name="부제목 2"/>
          <p:cNvSpPr txBox="1">
            <a:spLocks/>
          </p:cNvSpPr>
          <p:nvPr>
            <p:ph type="subTitle"/>
          </p:nvPr>
        </p:nvSpPr>
        <p:spPr>
          <a:xfrm rot="0">
            <a:off x="1371600" y="3886200"/>
            <a:ext cx="6401435" cy="175323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None/>
            </a:pPr>
            <a:r>
              <a:rPr lang="en-US" altLang="ko-KR" sz="3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마스터 부제목 스타일 편집</a:t>
            </a:r>
          </a:p>
        </p:txBody>
      </p:sp>
      <p:sp>
        <p:nvSpPr>
          <p:cNvPr id="4" name="날짜 개체 틀 3"/>
          <p:cNvSpPr txBox="1">
            <a:spLocks/>
          </p:cNvSpPr>
          <p:nvPr>
            <p:ph type="dt"/>
          </p:nvPr>
        </p:nvSpPr>
        <p:spPr>
          <a:xfrm rot="0">
            <a:off x="457200" y="6356350"/>
            <a:ext cx="2134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datetime1">
              <a:rPr lang="ko-KR" altLang="en-US" sz="1200" cap="none" dirty="0" smtClean="0" b="0">
                <a:solidFill>
                  <a:srgbClr val="898989"/>
                </a:solidFill>
                <a:latin typeface="나눔명조 ExtraBold" charset="0"/>
                <a:ea typeface="나눔명조 ExtraBold" charset="0"/>
              </a:rPr>
              <a:t>2011-10-19</a:t>
            </a:fld>
          </a:p>
        </p:txBody>
      </p:sp>
      <p:sp>
        <p:nvSpPr>
          <p:cNvPr id="5" name="바닥글 개체 틀 4"/>
          <p:cNvSpPr txBox="1">
            <a:spLocks/>
          </p:cNvSpPr>
          <p:nvPr>
            <p:ph type="ftr"/>
          </p:nvPr>
        </p:nvSpPr>
        <p:spPr>
          <a:xfrm rot="0">
            <a:off x="3124200" y="6356350"/>
            <a:ext cx="2896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6" name="슬라이드 번호 개체 틀 5"/>
          <p:cNvSpPr txBox="1">
            <a:spLocks/>
          </p:cNvSpPr>
          <p:nvPr>
            <p:ph type="sldNum"/>
          </p:nvPr>
        </p:nvSpPr>
        <p:spPr>
          <a:xfrm rot="0">
            <a:off x="6553200" y="6356350"/>
            <a:ext cx="2134870" cy="366395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898989"/>
                </a:solidFill>
                <a:latin typeface="나눔명조 ExtraBold" charset="0"/>
                <a:ea typeface="나눔명조 ExtraBold" charset="0"/>
              </a:rPr>
              <a:t>‹#›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slideLayout" Target="../slideLayouts/slideLayout2.xml"></Relationship><Relationship Id="rId3" Type="http://schemas.openxmlformats.org/officeDocument/2006/relationships/slideLayout" Target="../slideLayouts/slideLayout3.xml"></Relationship><Relationship Id="rId4" Type="http://schemas.openxmlformats.org/officeDocument/2006/relationships/slideLayout" Target="../slideLayouts/slideLayout4.xml"></Relationship><Relationship Id="rId5" Type="http://schemas.openxmlformats.org/officeDocument/2006/relationships/slideLayout" Target="../slideLayouts/slideLayout5.xml"></Relationship><Relationship Id="rId6" Type="http://schemas.openxmlformats.org/officeDocument/2006/relationships/slideLayout" Target="../slideLayouts/slideLayout6.xml"></Relationship><Relationship Id="rId7" Type="http://schemas.openxmlformats.org/officeDocument/2006/relationships/theme" Target="../theme/theme1.xml"></Relationship></Relationships>
</file>

<file path=ppt/slideMasters/_rels/slideMaster2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slideLayout" Target="../slideLayouts/slideLayout8.xml"></Relationship><Relationship Id="rId3" Type="http://schemas.openxmlformats.org/officeDocument/2006/relationships/slideLayout" Target="../slideLayouts/slideLayout9.xml"></Relationship><Relationship Id="rId4" Type="http://schemas.openxmlformats.org/officeDocument/2006/relationships/slideLayout" Target="../slideLayouts/slideLayout10.xml"></Relationship><Relationship Id="rId5" Type="http://schemas.openxmlformats.org/officeDocument/2006/relationships/slideLayout" Target="../slideLayouts/slideLayout11.xml"></Relationship><Relationship Id="rId6" Type="http://schemas.openxmlformats.org/officeDocument/2006/relationships/slideLayout" Target="../slideLayouts/slideLayout12.xml"></Relationship><Relationship Id="rId7" Type="http://schemas.openxmlformats.org/officeDocument/2006/relationships/theme" Target="../theme/theme2.xml"></Relationship></Relationships>
</file>

<file path=ppt/slideMasters/_rels/slideMaster3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3.xml"></Relationship><Relationship Id="rId2" Type="http://schemas.openxmlformats.org/officeDocument/2006/relationships/slideLayout" Target="../slideLayouts/slideLayout14.xml"></Relationship><Relationship Id="rId3" Type="http://schemas.openxmlformats.org/officeDocument/2006/relationships/slideLayout" Target="../slideLayouts/slideLayout15.xml"></Relationship><Relationship Id="rId4" Type="http://schemas.openxmlformats.org/officeDocument/2006/relationships/slideLayout" Target="../slideLayouts/slideLayout16.xml"></Relationship><Relationship Id="rId5" Type="http://schemas.openxmlformats.org/officeDocument/2006/relationships/slideLayout" Target="../slideLayouts/slideLayout17.xml"></Relationship><Relationship Id="rId6" Type="http://schemas.openxmlformats.org/officeDocument/2006/relationships/slideLayout" Target="../slideLayouts/slideLayout18.xml"></Relationship><Relationship Id="rId7" Type="http://schemas.openxmlformats.org/officeDocument/2006/relationships/theme" Target="../theme/theme3.xml"></Relationship></Relationships>
</file>

<file path=ppt/slideMasters/_rels/slideMaster4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9.xml"></Relationship><Relationship Id="rId2" Type="http://schemas.openxmlformats.org/officeDocument/2006/relationships/slideLayout" Target="../slideLayouts/slideLayout20.xml"></Relationship><Relationship Id="rId3" Type="http://schemas.openxmlformats.org/officeDocument/2006/relationships/slideLayout" Target="../slideLayouts/slideLayout21.xml"></Relationship><Relationship Id="rId4" Type="http://schemas.openxmlformats.org/officeDocument/2006/relationships/slideLayout" Target="../slideLayouts/slideLayout22.xml"></Relationship><Relationship Id="rId5" Type="http://schemas.openxmlformats.org/officeDocument/2006/relationships/slideLayout" Target="../slideLayouts/slideLayout23.xml"></Relationship><Relationship Id="rId6" Type="http://schemas.openxmlformats.org/officeDocument/2006/relationships/slideLayout" Target="../slideLayouts/slideLayout24.xml"></Relationship><Relationship Id="rId7" Type="http://schemas.openxmlformats.org/officeDocument/2006/relationships/theme" Target="../theme/theme4.xml"></Relationship></Relationships>
</file>

<file path=ppt/slideMasters/_rels/slideMaster5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5.xml"></Relationship><Relationship Id="rId2" Type="http://schemas.openxmlformats.org/officeDocument/2006/relationships/slideLayout" Target="../slideLayouts/slideLayout26.xml"></Relationship><Relationship Id="rId3" Type="http://schemas.openxmlformats.org/officeDocument/2006/relationships/slideLayout" Target="../slideLayouts/slideLayout27.xml"></Relationship><Relationship Id="rId4" Type="http://schemas.openxmlformats.org/officeDocument/2006/relationships/slideLayout" Target="../slideLayouts/slideLayout28.xml"></Relationship><Relationship Id="rId5" Type="http://schemas.openxmlformats.org/officeDocument/2006/relationships/slideLayout" Target="../slideLayouts/slideLayout29.xml"></Relationship><Relationship Id="rId6" Type="http://schemas.openxmlformats.org/officeDocument/2006/relationships/slideLayout" Target="../slideLayouts/slideLayout30.xml"></Relationship><Relationship Id="rId7" Type="http://schemas.openxmlformats.org/officeDocument/2006/relationships/theme" Target="../theme/theme5.xml"></Relationship></Relationships>
</file>

<file path=ppt/slideMasters/_rels/slideMaster6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31.xml"></Relationship><Relationship Id="rId2" Type="http://schemas.openxmlformats.org/officeDocument/2006/relationships/slideLayout" Target="../slideLayouts/slideLayout32.xml"></Relationship><Relationship Id="rId3" Type="http://schemas.openxmlformats.org/officeDocument/2006/relationships/slideLayout" Target="../slideLayouts/slideLayout33.xml"></Relationship><Relationship Id="rId4" Type="http://schemas.openxmlformats.org/officeDocument/2006/relationships/slideLayout" Target="../slideLayouts/slideLayout34.xml"></Relationship><Relationship Id="rId5" Type="http://schemas.openxmlformats.org/officeDocument/2006/relationships/slideLayout" Target="../slideLayouts/slideLayout35.xml"></Relationship><Relationship Id="rId6" Type="http://schemas.openxmlformats.org/officeDocument/2006/relationships/slideLayout" Target="../slideLayouts/slideLayout36.xml"></Relationship><Relationship Id="rId7" Type="http://schemas.openxmlformats.org/officeDocument/2006/relationships/theme" Target="../theme/theme6.xml"></Relationship></Relationships>
</file>

<file path=ppt/slideMasters/_rels/slideMaster7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37.xml"></Relationship><Relationship Id="rId2" Type="http://schemas.openxmlformats.org/officeDocument/2006/relationships/slideLayout" Target="../slideLayouts/slideLayout38.xml"></Relationship><Relationship Id="rId3" Type="http://schemas.openxmlformats.org/officeDocument/2006/relationships/slideLayout" Target="../slideLayouts/slideLayout39.xml"></Relationship><Relationship Id="rId4" Type="http://schemas.openxmlformats.org/officeDocument/2006/relationships/slideLayout" Target="../slideLayouts/slideLayout40.xml"></Relationship><Relationship Id="rId5" Type="http://schemas.openxmlformats.org/officeDocument/2006/relationships/slideLayout" Target="../slideLayouts/slideLayout41.xml"></Relationship><Relationship Id="rId6" Type="http://schemas.openxmlformats.org/officeDocument/2006/relationships/slideLayout" Target="../slideLayouts/slideLayout42.xml"></Relationship><Relationship Id="rId7" Type="http://schemas.openxmlformats.org/officeDocument/2006/relationships/theme" Target="../theme/theme7.xml"></Relationship></Relationships>
</file>

<file path=ppt/slideMasters/_rels/slideMaster8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43.xml"></Relationship><Relationship Id="rId2" Type="http://schemas.openxmlformats.org/officeDocument/2006/relationships/slideLayout" Target="../slideLayouts/slideLayout44.xml"></Relationship><Relationship Id="rId3" Type="http://schemas.openxmlformats.org/officeDocument/2006/relationships/slideLayout" Target="../slideLayouts/slideLayout45.xml"></Relationship><Relationship Id="rId4" Type="http://schemas.openxmlformats.org/officeDocument/2006/relationships/slideLayout" Target="../slideLayouts/slideLayout46.xml"></Relationship><Relationship Id="rId5" Type="http://schemas.openxmlformats.org/officeDocument/2006/relationships/slideLayout" Target="../slideLayouts/slideLayout47.xml"></Relationship><Relationship Id="rId6" Type="http://schemas.openxmlformats.org/officeDocument/2006/relationships/slideLayout" Target="../slideLayouts/slideLayout48.xml"></Relationship><Relationship Id="rId7" Type="http://schemas.openxmlformats.org/officeDocument/2006/relationships/theme" Target="../theme/theme8.xml"></Relationship></Relationships>
</file>

<file path=ppt/slideMasters/_rels/slideMaster9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49.xml"></Relationship><Relationship Id="rId2" Type="http://schemas.openxmlformats.org/officeDocument/2006/relationships/slideLayout" Target="../slideLayouts/slideLayout50.xml"></Relationship><Relationship Id="rId3" Type="http://schemas.openxmlformats.org/officeDocument/2006/relationships/slideLayout" Target="../slideLayouts/slideLayout51.xml"></Relationship><Relationship Id="rId4" Type="http://schemas.openxmlformats.org/officeDocument/2006/relationships/slideLayout" Target="../slideLayouts/slideLayout52.xml"></Relationship><Relationship Id="rId5" Type="http://schemas.openxmlformats.org/officeDocument/2006/relationships/slideLayout" Target="../slideLayouts/slideLayout53.xml"></Relationship><Relationship Id="rId6" Type="http://schemas.openxmlformats.org/officeDocument/2006/relationships/slideLayout" Target="../slideLayouts/slideLayout54.xml"></Relationship><Relationship Id="rId7" Type="http://schemas.openxmlformats.org/officeDocument/2006/relationships/theme" Target="../theme/theme9.xml"></Relationship></Relationships>
</file>

<file path=ppt/slideMasters/_rels/slideMaster10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55.xml"></Relationship><Relationship Id="rId2" Type="http://schemas.openxmlformats.org/officeDocument/2006/relationships/slideLayout" Target="../slideLayouts/slideLayout56.xml"></Relationship><Relationship Id="rId3" Type="http://schemas.openxmlformats.org/officeDocument/2006/relationships/slideLayout" Target="../slideLayouts/slideLayout57.xml"></Relationship><Relationship Id="rId4" Type="http://schemas.openxmlformats.org/officeDocument/2006/relationships/slideLayout" Target="../slideLayouts/slideLayout58.xml"></Relationship><Relationship Id="rId5" Type="http://schemas.openxmlformats.org/officeDocument/2006/relationships/slideLayout" Target="../slideLayouts/slideLayout59.xml"></Relationship><Relationship Id="rId6" Type="http://schemas.openxmlformats.org/officeDocument/2006/relationships/slideLayout" Target="../slideLayouts/slideLayout60.xml"></Relationship><Relationship Id="rId7" Type="http://schemas.openxmlformats.org/officeDocument/2006/relationships/theme" Target="../theme/theme10.xml"></Relationship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955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나눔고딕" pitchFamily="50" charset="-127"/>
                <a:ea typeface="나눔고딕" pitchFamily="50" charset="-127"/>
              </a:defRPr>
            </a:lvl1pPr>
          </a:lstStyle>
          <a:p>
            <a:fld id="{D3F92B4C-3F96-4250-9886-458852A898CE}" type="datetime1">
              <a:rPr lang="ko-KR" altLang="en-US" smtClean="0"/>
              <a:pPr/>
              <a:t>2011-10-19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나눔고딕" pitchFamily="50" charset="-127"/>
                <a:ea typeface="나눔고딕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나눔고딕" pitchFamily="50" charset="-127"/>
                <a:ea typeface="나눔고딕" pitchFamily="50" charset="-127"/>
              </a:defRPr>
            </a:lvl1pPr>
          </a:lstStyle>
          <a:p>
            <a:fld id="{C2C48C8F-6F70-494C-86F5-90A39BFC3F0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</p:sldLayoutIdLst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  <p:hf dt="0" ftr="0" hdr="0"/>
  <p:txStyles>
    <p:titleStyle>
      <a:lvl1pPr algn="ctr" defTabSz="914400" rtl="0" eaLnBrk="1" latinLnBrk="1" hangingPunct="1">
        <a:spcBef>
          <a:spcPct val="0"/>
        </a:spcBef>
        <a:buNone/>
        <a:defRPr sz="4500" b="1" kern="1200">
          <a:solidFill>
            <a:schemeClr val="bg1"/>
          </a:solidFill>
          <a:latin typeface="나눔고딕" pitchFamily="50" charset="-127"/>
          <a:ea typeface="나눔고딕" pitchFamily="50" charset="-127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Tx/>
        <a:buNone/>
        <a:defRPr sz="3200" kern="1200">
          <a:solidFill>
            <a:schemeClr val="bg1"/>
          </a:solidFill>
          <a:latin typeface="나눔고딕" pitchFamily="50" charset="-127"/>
          <a:ea typeface="나눔고딕" pitchFamily="50" charset="-127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Tx/>
        <a:buNone/>
        <a:defRPr sz="2800" kern="1200">
          <a:solidFill>
            <a:schemeClr val="bg1"/>
          </a:solidFill>
          <a:latin typeface="나눔고딕" pitchFamily="50" charset="-127"/>
          <a:ea typeface="나눔고딕" pitchFamily="50" charset="-127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Tx/>
        <a:buNone/>
        <a:defRPr sz="2400" kern="1200">
          <a:solidFill>
            <a:schemeClr val="bg1"/>
          </a:solidFill>
          <a:latin typeface="나눔고딕" pitchFamily="50" charset="-127"/>
          <a:ea typeface="나눔고딕" pitchFamily="50" charset="-127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Tx/>
        <a:buNone/>
        <a:defRPr sz="2000" kern="1200">
          <a:solidFill>
            <a:schemeClr val="bg1"/>
          </a:solidFill>
          <a:latin typeface="나눔고딕" pitchFamily="50" charset="-127"/>
          <a:ea typeface="나눔고딕" pitchFamily="50" charset="-127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Tx/>
        <a:buNone/>
        <a:defRPr sz="2000" kern="1200">
          <a:solidFill>
            <a:schemeClr val="bg1"/>
          </a:solidFill>
          <a:latin typeface="나눔고딕" pitchFamily="50" charset="-127"/>
          <a:ea typeface="나눔고딕" pitchFamily="50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 txBox="1">
            <a:spLocks/>
          </p:cNvSpPr>
          <p:nvPr>
            <p:ph type="title"/>
          </p:nvPr>
        </p:nvSpPr>
        <p:spPr>
          <a:xfrm rot="0">
            <a:off x="457200" y="274955"/>
            <a:ext cx="8230235" cy="114363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3" name="텍스트 개체 틀 2"/>
          <p:cNvSpPr txBox="1">
            <a:spLocks/>
          </p:cNvSpPr>
          <p:nvPr>
            <p:ph type="body"/>
          </p:nvPr>
        </p:nvSpPr>
        <p:spPr>
          <a:xfrm rot="0">
            <a:off x="457200" y="1600200"/>
            <a:ext cx="8230235" cy="452691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342900" indent="-342900" algn="l" fontAlgn="auto" defTabSz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None/>
            </a:pPr>
            <a:r>
              <a:rPr lang="en-US" altLang="ko-KR" sz="32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텍스트 스타일을 편집합니다</a:t>
            </a:r>
          </a:p>
          <a:p>
            <a:pPr marL="742950" indent="-285750" algn="l" fontAlgn="auto" defTabSz="91440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FontTx/>
              <a:buNone/>
            </a:pPr>
            <a:r>
              <a:rPr lang="en-US" altLang="ko-KR" sz="2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둘째 수준</a:t>
            </a:r>
          </a:p>
          <a:p>
            <a:pPr marL="1143000" indent="-228600" algn="l" fontAlgn="auto" defTabSz="9144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Tx/>
              <a:buNone/>
            </a:pPr>
            <a:r>
              <a:rPr lang="en-US" altLang="ko-KR" sz="24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셋째 수준</a:t>
            </a:r>
          </a:p>
          <a:p>
            <a:pPr marL="1600200" indent="-228600" algn="l" fontAlgn="auto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Tx/>
              <a:buNone/>
            </a:pPr>
            <a:r>
              <a:rPr lang="en-US" altLang="ko-KR" sz="2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넷째 수준</a:t>
            </a:r>
          </a:p>
          <a:p>
            <a:pPr marL="2057400" indent="-228600" algn="l" fontAlgn="auto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Tx/>
              <a:buNone/>
            </a:pPr>
            <a:r>
              <a:rPr lang="en-US" altLang="ko-KR" sz="2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다섯째 수준</a:t>
            </a:r>
          </a:p>
        </p:txBody>
      </p:sp>
      <p:sp>
        <p:nvSpPr>
          <p:cNvPr id="4" name="날짜 개체 틀 3"/>
          <p:cNvSpPr txBox="1">
            <a:spLocks/>
          </p:cNvSpPr>
          <p:nvPr>
            <p:ph type="dt"/>
          </p:nvPr>
        </p:nvSpPr>
        <p:spPr>
          <a:xfrm rot="0">
            <a:off x="457200" y="6356350"/>
            <a:ext cx="2134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datetime1">
              <a:rPr lang="ko-KR" altLang="en-US" sz="1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2011-10-19</a:t>
            </a:fld>
          </a:p>
        </p:txBody>
      </p:sp>
      <p:sp>
        <p:nvSpPr>
          <p:cNvPr id="5" name="바닥글 개체 틀 4"/>
          <p:cNvSpPr txBox="1">
            <a:spLocks/>
          </p:cNvSpPr>
          <p:nvPr>
            <p:ph type="ftr"/>
          </p:nvPr>
        </p:nvSpPr>
        <p:spPr>
          <a:xfrm rot="0">
            <a:off x="3124200" y="6356350"/>
            <a:ext cx="2896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6" name="슬라이드 번호 개체 틀 5"/>
          <p:cNvSpPr txBox="1">
            <a:spLocks/>
          </p:cNvSpPr>
          <p:nvPr>
            <p:ph type="sldNum"/>
          </p:nvPr>
        </p:nvSpPr>
        <p:spPr>
          <a:xfrm rot="0">
            <a:off x="6553200" y="6356350"/>
            <a:ext cx="2134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80" r:id="rId1"/>
    <p:sldLayoutId id="2147484181" r:id="rId2"/>
    <p:sldLayoutId id="2147484182" r:id="rId3"/>
    <p:sldLayoutId id="2147484183" r:id="rId4"/>
    <p:sldLayoutId id="2147484184" r:id="rId5"/>
    <p:sldLayoutId id="2147484185" r:id="rId6"/>
  </p:sldLayoutIdLst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  <p:txStyles>
    <p:titleStyle>
      <a:lvl1pPr algn="ctr" marL="0" indent="0" defTabSz="914400" latinLnBrk="1">
        <a:buNone/>
        <a:defRPr lang="ko-KR" smtClean="0" sz="4400" baseline="0">
          <a:solidFill>
            <a:srgbClr val="000000"/>
          </a:solidFill>
          <a:latin typeface="±¼¸²"/>
          <a:ea typeface="±¼¸²"/>
        </a:defRPr>
      </a:lvl1pPr>
    </p:titleStyle>
    <p:bodyStyle>
      <a:lvl1pPr algn="l" marL="342900" indent="-342900" defTabSz="914400" latinLnBrk="1">
        <a:spcBef>
          <a:spcPct val="20000"/>
        </a:spcBef>
        <a:buFont typeface="±¼¸²"/>
        <a:buChar char="•"/>
        <a:defRPr lang="ko-KR" smtClean="0" sz="2800" baseline="0">
          <a:solidFill>
            <a:srgbClr val="000000"/>
          </a:solidFill>
          <a:latin typeface="±¼¸²"/>
          <a:ea typeface="±¼¸²"/>
        </a:defRPr>
      </a:lvl1pPr>
      <a:lvl2pPr lvl="1" marL="742950" indent="-285750" defTabSz="914400" latinLnBrk="1">
        <a:buChar char="-"/>
        <a:defRPr lang="ko-KR" smtClean="0" sz="2400"/>
      </a:lvl2pPr>
      <a:lvl3pPr lvl="2" marL="1143000" indent="-228600" defTabSz="914400" latinLnBrk="1">
        <a:buChar char="●"/>
        <a:defRPr lang="ko-KR" smtClean="0" sz="2000"/>
      </a:lvl3pPr>
      <a:lvl4pPr lvl="3" marL="1600200" indent="-228600" defTabSz="914400" latinLnBrk="1">
        <a:buChar char="-"/>
        <a:defRPr lang="ko-KR" smtClean="0" sz="1800"/>
      </a:lvl4pPr>
      <a:lvl5pPr lvl="4" marL="2057400" indent="-228600" defTabSz="914400" latinLnBrk="1">
        <a:buChar char="»"/>
        <a:defRPr lang="ko-KR" smtClean="0" sz="1800"/>
      </a:lvl5pPr>
    </p:bodyStyle>
    <p:otherStyle>
      <a:lvl1pPr algn="l" marL="0" indent="0" defTabSz="914400" latinLnBrk="1">
        <a:buNone/>
        <a:defRPr lang="ko-KR" smtClean="0" sz="1800" baseline="0">
          <a:solidFill>
            <a:srgbClr val="000000"/>
          </a:solidFill>
          <a:latin typeface="±¼¸²"/>
          <a:ea typeface="±¼¸²"/>
        </a:defRPr>
      </a:lvl1pPr>
      <a:lvl2pPr lvl="1" marL="457200" indent="0" defTabSz="914400" latinLnBrk="1">
        <a:defRPr lang="ko-KR" smtClean="0"/>
      </a:lvl2pPr>
      <a:lvl3pPr lvl="2" marL="914400" indent="0" defTabSz="914400" latinLnBrk="1">
        <a:defRPr lang="ko-KR" smtClean="0"/>
      </a:lvl3pPr>
      <a:lvl4pPr lvl="3" marL="1371600" indent="0" defTabSz="914400" latinLnBrk="1">
        <a:defRPr lang="ko-KR" smtClean="0"/>
      </a:lvl4pPr>
      <a:lvl5pPr lvl="4" marL="1828800" indent="0" defTabSz="914400" latinLnBrk="1">
        <a:defRPr lang="ko-KR" smtClean="0"/>
      </a:lvl5pPr>
    </p:otherStyle>
  </p:txStyles>
  <p:timing>
    <p:tnLst>
      <p:par>
        <p:cTn id="1" dur="indefinite" restart="never" nodeType="tmRoot"/>
      </p:par>
    </p:tnLst>
  </p:timing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 txBox="1">
            <a:spLocks/>
          </p:cNvSpPr>
          <p:nvPr>
            <p:ph type="title"/>
          </p:nvPr>
        </p:nvSpPr>
        <p:spPr>
          <a:xfrm rot="0">
            <a:off x="457200" y="274955"/>
            <a:ext cx="8230235" cy="114363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3" name="텍스트 개체 틀 2"/>
          <p:cNvSpPr txBox="1">
            <a:spLocks/>
          </p:cNvSpPr>
          <p:nvPr>
            <p:ph type="body"/>
          </p:nvPr>
        </p:nvSpPr>
        <p:spPr>
          <a:xfrm rot="0">
            <a:off x="457200" y="1600200"/>
            <a:ext cx="8230235" cy="452691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342900" indent="-342900" algn="l" fontAlgn="auto" defTabSz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None/>
            </a:pPr>
            <a:r>
              <a:rPr lang="en-US" altLang="ko-KR" sz="32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텍스트 스타일을 편집합니다</a:t>
            </a:r>
          </a:p>
          <a:p>
            <a:pPr marL="742950" indent="-285750" algn="l" fontAlgn="auto" defTabSz="91440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FontTx/>
              <a:buNone/>
            </a:pPr>
            <a:r>
              <a:rPr lang="en-US" altLang="ko-KR" sz="2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둘째 수준</a:t>
            </a:r>
          </a:p>
          <a:p>
            <a:pPr marL="1143000" indent="-228600" algn="l" fontAlgn="auto" defTabSz="9144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Tx/>
              <a:buNone/>
            </a:pPr>
            <a:r>
              <a:rPr lang="en-US" altLang="ko-KR" sz="24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셋째 수준</a:t>
            </a:r>
          </a:p>
          <a:p>
            <a:pPr marL="1600200" indent="-228600" algn="l" fontAlgn="auto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Tx/>
              <a:buNone/>
            </a:pPr>
            <a:r>
              <a:rPr lang="en-US" altLang="ko-KR" sz="2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넷째 수준</a:t>
            </a:r>
          </a:p>
          <a:p>
            <a:pPr marL="2057400" indent="-228600" algn="l" fontAlgn="auto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Tx/>
              <a:buNone/>
            </a:pPr>
            <a:r>
              <a:rPr lang="en-US" altLang="ko-KR" sz="2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다섯째 수준</a:t>
            </a:r>
          </a:p>
        </p:txBody>
      </p:sp>
      <p:sp>
        <p:nvSpPr>
          <p:cNvPr id="4" name="날짜 개체 틀 3"/>
          <p:cNvSpPr txBox="1">
            <a:spLocks/>
          </p:cNvSpPr>
          <p:nvPr>
            <p:ph type="dt"/>
          </p:nvPr>
        </p:nvSpPr>
        <p:spPr>
          <a:xfrm rot="0">
            <a:off x="457200" y="6356350"/>
            <a:ext cx="2134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datetime1">
              <a:rPr lang="ko-KR" altLang="en-US" sz="1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2011-10-19</a:t>
            </a:fld>
          </a:p>
        </p:txBody>
      </p:sp>
      <p:sp>
        <p:nvSpPr>
          <p:cNvPr id="5" name="바닥글 개체 틀 4"/>
          <p:cNvSpPr txBox="1">
            <a:spLocks/>
          </p:cNvSpPr>
          <p:nvPr>
            <p:ph type="ftr"/>
          </p:nvPr>
        </p:nvSpPr>
        <p:spPr>
          <a:xfrm rot="0">
            <a:off x="3124200" y="6356350"/>
            <a:ext cx="2896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6" name="슬라이드 번호 개체 틀 5"/>
          <p:cNvSpPr txBox="1">
            <a:spLocks/>
          </p:cNvSpPr>
          <p:nvPr>
            <p:ph type="sldNum"/>
          </p:nvPr>
        </p:nvSpPr>
        <p:spPr>
          <a:xfrm rot="0">
            <a:off x="6553200" y="6356350"/>
            <a:ext cx="2134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86" r:id="rId1"/>
    <p:sldLayoutId id="2147484187" r:id="rId2"/>
    <p:sldLayoutId id="2147484188" r:id="rId3"/>
    <p:sldLayoutId id="2147484189" r:id="rId4"/>
    <p:sldLayoutId id="2147484190" r:id="rId5"/>
    <p:sldLayoutId id="2147484191" r:id="rId6"/>
  </p:sldLayoutIdLst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  <p:txStyles>
    <p:titleStyle>
      <a:lvl1pPr algn="ctr" marL="0" indent="0" defTabSz="914400" latinLnBrk="1">
        <a:buNone/>
        <a:defRPr lang="ko-KR" smtClean="0" sz="4400" baseline="0">
          <a:solidFill>
            <a:srgbClr val="000000"/>
          </a:solidFill>
          <a:latin typeface="±¼¸²"/>
          <a:ea typeface="±¼¸²"/>
        </a:defRPr>
      </a:lvl1pPr>
    </p:titleStyle>
    <p:bodyStyle>
      <a:lvl1pPr algn="l" marL="342900" indent="-342900" defTabSz="914400" latinLnBrk="1">
        <a:spcBef>
          <a:spcPct val="20000"/>
        </a:spcBef>
        <a:buFont typeface="±¼¸²"/>
        <a:buChar char="•"/>
        <a:defRPr lang="ko-KR" smtClean="0" sz="2800" baseline="0">
          <a:solidFill>
            <a:srgbClr val="000000"/>
          </a:solidFill>
          <a:latin typeface="±¼¸²"/>
          <a:ea typeface="±¼¸²"/>
        </a:defRPr>
      </a:lvl1pPr>
      <a:lvl2pPr lvl="1" marL="742950" indent="-285750" defTabSz="914400" latinLnBrk="1">
        <a:buChar char="-"/>
        <a:defRPr lang="ko-KR" smtClean="0" sz="2400"/>
      </a:lvl2pPr>
      <a:lvl3pPr lvl="2" marL="1143000" indent="-228600" defTabSz="914400" latinLnBrk="1">
        <a:buChar char="●"/>
        <a:defRPr lang="ko-KR" smtClean="0" sz="2000"/>
      </a:lvl3pPr>
      <a:lvl4pPr lvl="3" marL="1600200" indent="-228600" defTabSz="914400" latinLnBrk="1">
        <a:buChar char="-"/>
        <a:defRPr lang="ko-KR" smtClean="0" sz="1800"/>
      </a:lvl4pPr>
      <a:lvl5pPr lvl="4" marL="2057400" indent="-228600" defTabSz="914400" latinLnBrk="1">
        <a:buChar char="»"/>
        <a:defRPr lang="ko-KR" smtClean="0" sz="1800"/>
      </a:lvl5pPr>
    </p:bodyStyle>
    <p:otherStyle>
      <a:lvl1pPr algn="l" marL="0" indent="0" defTabSz="914400" latinLnBrk="1">
        <a:buNone/>
        <a:defRPr lang="ko-KR" smtClean="0" sz="1800" baseline="0">
          <a:solidFill>
            <a:srgbClr val="000000"/>
          </a:solidFill>
          <a:latin typeface="±¼¸²"/>
          <a:ea typeface="±¼¸²"/>
        </a:defRPr>
      </a:lvl1pPr>
      <a:lvl2pPr lvl="1" marL="457200" indent="0" defTabSz="914400" latinLnBrk="1">
        <a:defRPr lang="ko-KR" smtClean="0"/>
      </a:lvl2pPr>
      <a:lvl3pPr lvl="2" marL="914400" indent="0" defTabSz="914400" latinLnBrk="1">
        <a:defRPr lang="ko-KR" smtClean="0"/>
      </a:lvl3pPr>
      <a:lvl4pPr lvl="3" marL="1371600" indent="0" defTabSz="914400" latinLnBrk="1">
        <a:defRPr lang="ko-KR" smtClean="0"/>
      </a:lvl4pPr>
      <a:lvl5pPr lvl="4" marL="1828800" indent="0" defTabSz="914400" latinLnBrk="1">
        <a:defRPr lang="ko-KR" smtClean="0"/>
      </a:lvl5pPr>
    </p:otherStyle>
  </p:txStyles>
  <p:timing>
    <p:tnLst>
      <p:par>
        <p:cTn id="1" dur="indefinite" restart="never" nodeType="tmRoot"/>
      </p:par>
    </p:tnLst>
  </p:timing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 txBox="1">
            <a:spLocks/>
          </p:cNvSpPr>
          <p:nvPr>
            <p:ph type="title"/>
          </p:nvPr>
        </p:nvSpPr>
        <p:spPr>
          <a:xfrm rot="0">
            <a:off x="457200" y="274955"/>
            <a:ext cx="8230235" cy="114363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3" name="텍스트 개체 틀 2"/>
          <p:cNvSpPr txBox="1">
            <a:spLocks/>
          </p:cNvSpPr>
          <p:nvPr>
            <p:ph type="body"/>
          </p:nvPr>
        </p:nvSpPr>
        <p:spPr>
          <a:xfrm rot="0">
            <a:off x="457200" y="1600200"/>
            <a:ext cx="8230235" cy="452691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342900" indent="-342900" algn="l" fontAlgn="auto" defTabSz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None/>
            </a:pPr>
            <a:r>
              <a:rPr lang="en-US" altLang="ko-KR" sz="32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텍스트 스타일을 편집합니다</a:t>
            </a:r>
          </a:p>
          <a:p>
            <a:pPr marL="742950" indent="-285750" algn="l" fontAlgn="auto" defTabSz="91440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FontTx/>
              <a:buNone/>
            </a:pPr>
            <a:r>
              <a:rPr lang="en-US" altLang="ko-KR" sz="2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둘째 수준</a:t>
            </a:r>
          </a:p>
          <a:p>
            <a:pPr marL="1143000" indent="-228600" algn="l" fontAlgn="auto" defTabSz="9144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Tx/>
              <a:buNone/>
            </a:pPr>
            <a:r>
              <a:rPr lang="en-US" altLang="ko-KR" sz="24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셋째 수준</a:t>
            </a:r>
          </a:p>
          <a:p>
            <a:pPr marL="1600200" indent="-228600" algn="l" fontAlgn="auto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Tx/>
              <a:buNone/>
            </a:pPr>
            <a:r>
              <a:rPr lang="en-US" altLang="ko-KR" sz="2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넷째 수준</a:t>
            </a:r>
          </a:p>
          <a:p>
            <a:pPr marL="2057400" indent="-228600" algn="l" fontAlgn="auto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Tx/>
              <a:buNone/>
            </a:pPr>
            <a:r>
              <a:rPr lang="en-US" altLang="ko-KR" sz="2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다섯째 수준</a:t>
            </a:r>
          </a:p>
        </p:txBody>
      </p:sp>
      <p:sp>
        <p:nvSpPr>
          <p:cNvPr id="4" name="날짜 개체 틀 3"/>
          <p:cNvSpPr txBox="1">
            <a:spLocks/>
          </p:cNvSpPr>
          <p:nvPr>
            <p:ph type="dt"/>
          </p:nvPr>
        </p:nvSpPr>
        <p:spPr>
          <a:xfrm rot="0">
            <a:off x="457200" y="6356350"/>
            <a:ext cx="2134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datetime1">
              <a:rPr lang="ko-KR" altLang="en-US" sz="1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2011-10-19</a:t>
            </a:fld>
          </a:p>
        </p:txBody>
      </p:sp>
      <p:sp>
        <p:nvSpPr>
          <p:cNvPr id="5" name="바닥글 개체 틀 4"/>
          <p:cNvSpPr txBox="1">
            <a:spLocks/>
          </p:cNvSpPr>
          <p:nvPr>
            <p:ph type="ftr"/>
          </p:nvPr>
        </p:nvSpPr>
        <p:spPr>
          <a:xfrm rot="0">
            <a:off x="3124200" y="6356350"/>
            <a:ext cx="2896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6" name="슬라이드 번호 개체 틀 5"/>
          <p:cNvSpPr txBox="1">
            <a:spLocks/>
          </p:cNvSpPr>
          <p:nvPr>
            <p:ph type="sldNum"/>
          </p:nvPr>
        </p:nvSpPr>
        <p:spPr>
          <a:xfrm rot="0">
            <a:off x="6553200" y="6356350"/>
            <a:ext cx="2134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92" r:id="rId1"/>
    <p:sldLayoutId id="2147484193" r:id="rId2"/>
    <p:sldLayoutId id="2147484194" r:id="rId3"/>
    <p:sldLayoutId id="2147484195" r:id="rId4"/>
    <p:sldLayoutId id="2147484196" r:id="rId5"/>
    <p:sldLayoutId id="2147484197" r:id="rId6"/>
  </p:sldLayoutIdLst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  <p:txStyles>
    <p:titleStyle>
      <a:lvl1pPr algn="ctr" marL="0" indent="0" defTabSz="914400" latinLnBrk="1">
        <a:buNone/>
        <a:defRPr lang="ko-KR" smtClean="0" sz="4400" baseline="0">
          <a:solidFill>
            <a:srgbClr val="000000"/>
          </a:solidFill>
          <a:latin typeface="±¼¸²"/>
          <a:ea typeface="±¼¸²"/>
        </a:defRPr>
      </a:lvl1pPr>
    </p:titleStyle>
    <p:bodyStyle>
      <a:lvl1pPr algn="l" marL="342900" indent="-342900" defTabSz="914400" latinLnBrk="1">
        <a:spcBef>
          <a:spcPct val="20000"/>
        </a:spcBef>
        <a:buFont typeface="±¼¸²"/>
        <a:buChar char="•"/>
        <a:defRPr lang="ko-KR" smtClean="0" sz="2800" baseline="0">
          <a:solidFill>
            <a:srgbClr val="000000"/>
          </a:solidFill>
          <a:latin typeface="±¼¸²"/>
          <a:ea typeface="±¼¸²"/>
        </a:defRPr>
      </a:lvl1pPr>
      <a:lvl2pPr lvl="1" marL="742950" indent="-285750" defTabSz="914400" latinLnBrk="1">
        <a:buChar char="-"/>
        <a:defRPr lang="ko-KR" smtClean="0" sz="2400"/>
      </a:lvl2pPr>
      <a:lvl3pPr lvl="2" marL="1143000" indent="-228600" defTabSz="914400" latinLnBrk="1">
        <a:buChar char="●"/>
        <a:defRPr lang="ko-KR" smtClean="0" sz="2000"/>
      </a:lvl3pPr>
      <a:lvl4pPr lvl="3" marL="1600200" indent="-228600" defTabSz="914400" latinLnBrk="1">
        <a:buChar char="-"/>
        <a:defRPr lang="ko-KR" smtClean="0" sz="1800"/>
      </a:lvl4pPr>
      <a:lvl5pPr lvl="4" marL="2057400" indent="-228600" defTabSz="914400" latinLnBrk="1">
        <a:buChar char="»"/>
        <a:defRPr lang="ko-KR" smtClean="0" sz="1800"/>
      </a:lvl5pPr>
    </p:bodyStyle>
    <p:otherStyle>
      <a:lvl1pPr algn="l" marL="0" indent="0" defTabSz="914400" latinLnBrk="1">
        <a:buNone/>
        <a:defRPr lang="ko-KR" smtClean="0" sz="1800" baseline="0">
          <a:solidFill>
            <a:srgbClr val="000000"/>
          </a:solidFill>
          <a:latin typeface="±¼¸²"/>
          <a:ea typeface="±¼¸²"/>
        </a:defRPr>
      </a:lvl1pPr>
      <a:lvl2pPr lvl="1" marL="457200" indent="0" defTabSz="914400" latinLnBrk="1">
        <a:defRPr lang="ko-KR" smtClean="0"/>
      </a:lvl2pPr>
      <a:lvl3pPr lvl="2" marL="914400" indent="0" defTabSz="914400" latinLnBrk="1">
        <a:defRPr lang="ko-KR" smtClean="0"/>
      </a:lvl3pPr>
      <a:lvl4pPr lvl="3" marL="1371600" indent="0" defTabSz="914400" latinLnBrk="1">
        <a:defRPr lang="ko-KR" smtClean="0"/>
      </a:lvl4pPr>
      <a:lvl5pPr lvl="4" marL="1828800" indent="0" defTabSz="914400" latinLnBrk="1">
        <a:defRPr lang="ko-KR" smtClean="0"/>
      </a:lvl5pPr>
    </p:otherStyle>
  </p:txStyles>
  <p:timing>
    <p:tnLst>
      <p:par>
        <p:cTn id="1" dur="indefinite" restart="never" nodeType="tmRoot"/>
      </p:par>
    </p:tnLst>
  </p:timing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 txBox="1">
            <a:spLocks/>
          </p:cNvSpPr>
          <p:nvPr>
            <p:ph type="title"/>
          </p:nvPr>
        </p:nvSpPr>
        <p:spPr>
          <a:xfrm rot="0">
            <a:off x="457200" y="274955"/>
            <a:ext cx="8230235" cy="114363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3" name="텍스트 개체 틀 2"/>
          <p:cNvSpPr txBox="1">
            <a:spLocks/>
          </p:cNvSpPr>
          <p:nvPr>
            <p:ph type="body"/>
          </p:nvPr>
        </p:nvSpPr>
        <p:spPr>
          <a:xfrm rot="0">
            <a:off x="457200" y="1600200"/>
            <a:ext cx="8230235" cy="452691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342900" indent="-342900" algn="l" fontAlgn="auto" defTabSz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None/>
            </a:pPr>
            <a:r>
              <a:rPr lang="en-US" altLang="ko-KR" sz="32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텍스트 스타일을 편집합니다</a:t>
            </a:r>
          </a:p>
          <a:p>
            <a:pPr marL="742950" indent="-285750" algn="l" fontAlgn="auto" defTabSz="91440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FontTx/>
              <a:buNone/>
            </a:pPr>
            <a:r>
              <a:rPr lang="en-US" altLang="ko-KR" sz="2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둘째 수준</a:t>
            </a:r>
          </a:p>
          <a:p>
            <a:pPr marL="1143000" indent="-228600" algn="l" fontAlgn="auto" defTabSz="9144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Tx/>
              <a:buNone/>
            </a:pPr>
            <a:r>
              <a:rPr lang="en-US" altLang="ko-KR" sz="24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셋째 수준</a:t>
            </a:r>
          </a:p>
          <a:p>
            <a:pPr marL="1600200" indent="-228600" algn="l" fontAlgn="auto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Tx/>
              <a:buNone/>
            </a:pPr>
            <a:r>
              <a:rPr lang="en-US" altLang="ko-KR" sz="2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넷째 수준</a:t>
            </a:r>
          </a:p>
          <a:p>
            <a:pPr marL="2057400" indent="-228600" algn="l" fontAlgn="auto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Tx/>
              <a:buNone/>
            </a:pPr>
            <a:r>
              <a:rPr lang="en-US" altLang="ko-KR" sz="2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다섯째 수준</a:t>
            </a:r>
          </a:p>
        </p:txBody>
      </p:sp>
      <p:sp>
        <p:nvSpPr>
          <p:cNvPr id="4" name="날짜 개체 틀 3"/>
          <p:cNvSpPr txBox="1">
            <a:spLocks/>
          </p:cNvSpPr>
          <p:nvPr>
            <p:ph type="dt"/>
          </p:nvPr>
        </p:nvSpPr>
        <p:spPr>
          <a:xfrm rot="0">
            <a:off x="457200" y="6356350"/>
            <a:ext cx="2134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datetime1">
              <a:rPr lang="ko-KR" altLang="en-US" sz="1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2011-10-19</a:t>
            </a:fld>
          </a:p>
        </p:txBody>
      </p:sp>
      <p:sp>
        <p:nvSpPr>
          <p:cNvPr id="5" name="바닥글 개체 틀 4"/>
          <p:cNvSpPr txBox="1">
            <a:spLocks/>
          </p:cNvSpPr>
          <p:nvPr>
            <p:ph type="ftr"/>
          </p:nvPr>
        </p:nvSpPr>
        <p:spPr>
          <a:xfrm rot="0">
            <a:off x="3124200" y="6356350"/>
            <a:ext cx="2896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6" name="슬라이드 번호 개체 틀 5"/>
          <p:cNvSpPr txBox="1">
            <a:spLocks/>
          </p:cNvSpPr>
          <p:nvPr>
            <p:ph type="sldNum"/>
          </p:nvPr>
        </p:nvSpPr>
        <p:spPr>
          <a:xfrm rot="0">
            <a:off x="6553200" y="6356350"/>
            <a:ext cx="2134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98" r:id="rId1"/>
    <p:sldLayoutId id="2147484199" r:id="rId2"/>
    <p:sldLayoutId id="2147484200" r:id="rId3"/>
    <p:sldLayoutId id="2147484201" r:id="rId4"/>
    <p:sldLayoutId id="2147484202" r:id="rId5"/>
    <p:sldLayoutId id="2147484203" r:id="rId6"/>
  </p:sldLayoutIdLst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  <p:txStyles>
    <p:titleStyle>
      <a:lvl1pPr algn="ctr" marL="0" indent="0" defTabSz="914400" latinLnBrk="1">
        <a:buNone/>
        <a:defRPr lang="ko-KR" smtClean="0" sz="4400" baseline="0">
          <a:solidFill>
            <a:srgbClr val="000000"/>
          </a:solidFill>
          <a:latin typeface="±¼¸²"/>
          <a:ea typeface="±¼¸²"/>
        </a:defRPr>
      </a:lvl1pPr>
    </p:titleStyle>
    <p:bodyStyle>
      <a:lvl1pPr algn="l" marL="342900" indent="-342900" defTabSz="914400" latinLnBrk="1">
        <a:spcBef>
          <a:spcPct val="20000"/>
        </a:spcBef>
        <a:buFont typeface="±¼¸²"/>
        <a:buChar char="•"/>
        <a:defRPr lang="ko-KR" smtClean="0" sz="2800" baseline="0">
          <a:solidFill>
            <a:srgbClr val="000000"/>
          </a:solidFill>
          <a:latin typeface="±¼¸²"/>
          <a:ea typeface="±¼¸²"/>
        </a:defRPr>
      </a:lvl1pPr>
      <a:lvl2pPr lvl="1" marL="742950" indent="-285750" defTabSz="914400" latinLnBrk="1">
        <a:buChar char="-"/>
        <a:defRPr lang="ko-KR" smtClean="0" sz="2400"/>
      </a:lvl2pPr>
      <a:lvl3pPr lvl="2" marL="1143000" indent="-228600" defTabSz="914400" latinLnBrk="1">
        <a:buChar char="●"/>
        <a:defRPr lang="ko-KR" smtClean="0" sz="2000"/>
      </a:lvl3pPr>
      <a:lvl4pPr lvl="3" marL="1600200" indent="-228600" defTabSz="914400" latinLnBrk="1">
        <a:buChar char="-"/>
        <a:defRPr lang="ko-KR" smtClean="0" sz="1800"/>
      </a:lvl4pPr>
      <a:lvl5pPr lvl="4" marL="2057400" indent="-228600" defTabSz="914400" latinLnBrk="1">
        <a:buChar char="»"/>
        <a:defRPr lang="ko-KR" smtClean="0" sz="1800"/>
      </a:lvl5pPr>
    </p:bodyStyle>
    <p:otherStyle>
      <a:lvl1pPr algn="l" marL="0" indent="0" defTabSz="914400" latinLnBrk="1">
        <a:buNone/>
        <a:defRPr lang="ko-KR" smtClean="0" sz="1800" baseline="0">
          <a:solidFill>
            <a:srgbClr val="000000"/>
          </a:solidFill>
          <a:latin typeface="±¼¸²"/>
          <a:ea typeface="±¼¸²"/>
        </a:defRPr>
      </a:lvl1pPr>
      <a:lvl2pPr lvl="1" marL="457200" indent="0" defTabSz="914400" latinLnBrk="1">
        <a:defRPr lang="ko-KR" smtClean="0"/>
      </a:lvl2pPr>
      <a:lvl3pPr lvl="2" marL="914400" indent="0" defTabSz="914400" latinLnBrk="1">
        <a:defRPr lang="ko-KR" smtClean="0"/>
      </a:lvl3pPr>
      <a:lvl4pPr lvl="3" marL="1371600" indent="0" defTabSz="914400" latinLnBrk="1">
        <a:defRPr lang="ko-KR" smtClean="0"/>
      </a:lvl4pPr>
      <a:lvl5pPr lvl="4" marL="1828800" indent="0" defTabSz="914400" latinLnBrk="1">
        <a:defRPr lang="ko-KR" smtClean="0"/>
      </a:lvl5pPr>
    </p:otherStyle>
  </p:txStyles>
  <p:timing>
    <p:tnLst>
      <p:par>
        <p:cTn id="1" dur="indefinite" restart="never" nodeType="tmRoot"/>
      </p:par>
    </p:tnLst>
  </p:timing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 txBox="1">
            <a:spLocks/>
          </p:cNvSpPr>
          <p:nvPr>
            <p:ph type="title"/>
          </p:nvPr>
        </p:nvSpPr>
        <p:spPr>
          <a:xfrm rot="0">
            <a:off x="457200" y="274955"/>
            <a:ext cx="8230235" cy="114363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3" name="텍스트 개체 틀 2"/>
          <p:cNvSpPr txBox="1">
            <a:spLocks/>
          </p:cNvSpPr>
          <p:nvPr>
            <p:ph type="body"/>
          </p:nvPr>
        </p:nvSpPr>
        <p:spPr>
          <a:xfrm rot="0">
            <a:off x="457200" y="1600200"/>
            <a:ext cx="8230235" cy="452691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342900" indent="-342900" algn="l" fontAlgn="auto" defTabSz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None/>
            </a:pPr>
            <a:r>
              <a:rPr lang="en-US" altLang="ko-KR" sz="32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텍스트 스타일을 편집합니다</a:t>
            </a:r>
          </a:p>
          <a:p>
            <a:pPr marL="742950" indent="-285750" algn="l" fontAlgn="auto" defTabSz="91440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FontTx/>
              <a:buNone/>
            </a:pPr>
            <a:r>
              <a:rPr lang="en-US" altLang="ko-KR" sz="2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둘째 수준</a:t>
            </a:r>
          </a:p>
          <a:p>
            <a:pPr marL="1143000" indent="-228600" algn="l" fontAlgn="auto" defTabSz="9144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Tx/>
              <a:buNone/>
            </a:pPr>
            <a:r>
              <a:rPr lang="en-US" altLang="ko-KR" sz="24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셋째 수준</a:t>
            </a:r>
          </a:p>
          <a:p>
            <a:pPr marL="1600200" indent="-228600" algn="l" fontAlgn="auto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Tx/>
              <a:buNone/>
            </a:pPr>
            <a:r>
              <a:rPr lang="en-US" altLang="ko-KR" sz="2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넷째 수준</a:t>
            </a:r>
          </a:p>
          <a:p>
            <a:pPr marL="2057400" indent="-228600" algn="l" fontAlgn="auto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Tx/>
              <a:buNone/>
            </a:pPr>
            <a:r>
              <a:rPr lang="en-US" altLang="ko-KR" sz="2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다섯째 수준</a:t>
            </a:r>
          </a:p>
        </p:txBody>
      </p:sp>
      <p:sp>
        <p:nvSpPr>
          <p:cNvPr id="4" name="날짜 개체 틀 3"/>
          <p:cNvSpPr txBox="1">
            <a:spLocks/>
          </p:cNvSpPr>
          <p:nvPr>
            <p:ph type="dt"/>
          </p:nvPr>
        </p:nvSpPr>
        <p:spPr>
          <a:xfrm rot="0">
            <a:off x="457200" y="6356350"/>
            <a:ext cx="2134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datetime1">
              <a:rPr lang="ko-KR" altLang="en-US" sz="1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2011-10-19</a:t>
            </a:fld>
          </a:p>
        </p:txBody>
      </p:sp>
      <p:sp>
        <p:nvSpPr>
          <p:cNvPr id="5" name="바닥글 개체 틀 4"/>
          <p:cNvSpPr txBox="1">
            <a:spLocks/>
          </p:cNvSpPr>
          <p:nvPr>
            <p:ph type="ftr"/>
          </p:nvPr>
        </p:nvSpPr>
        <p:spPr>
          <a:xfrm rot="0">
            <a:off x="3124200" y="6356350"/>
            <a:ext cx="2896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6" name="슬라이드 번호 개체 틀 5"/>
          <p:cNvSpPr txBox="1">
            <a:spLocks/>
          </p:cNvSpPr>
          <p:nvPr>
            <p:ph type="sldNum"/>
          </p:nvPr>
        </p:nvSpPr>
        <p:spPr>
          <a:xfrm rot="0">
            <a:off x="6553200" y="6356350"/>
            <a:ext cx="2134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204" r:id="rId1"/>
    <p:sldLayoutId id="2147484205" r:id="rId2"/>
    <p:sldLayoutId id="2147484206" r:id="rId3"/>
    <p:sldLayoutId id="2147484207" r:id="rId4"/>
    <p:sldLayoutId id="2147484208" r:id="rId5"/>
    <p:sldLayoutId id="2147484209" r:id="rId6"/>
  </p:sldLayoutIdLst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  <p:txStyles>
    <p:titleStyle>
      <a:lvl1pPr algn="ctr" marL="0" indent="0" defTabSz="914400" latinLnBrk="1">
        <a:buNone/>
        <a:defRPr lang="ko-KR" smtClean="0" sz="4400" baseline="0">
          <a:solidFill>
            <a:srgbClr val="000000"/>
          </a:solidFill>
          <a:latin typeface="±¼¸²"/>
          <a:ea typeface="±¼¸²"/>
        </a:defRPr>
      </a:lvl1pPr>
    </p:titleStyle>
    <p:bodyStyle>
      <a:lvl1pPr algn="l" marL="342900" indent="-342900" defTabSz="914400" latinLnBrk="1">
        <a:spcBef>
          <a:spcPct val="20000"/>
        </a:spcBef>
        <a:buFont typeface="±¼¸²"/>
        <a:buChar char="•"/>
        <a:defRPr lang="ko-KR" smtClean="0" sz="2800" baseline="0">
          <a:solidFill>
            <a:srgbClr val="000000"/>
          </a:solidFill>
          <a:latin typeface="±¼¸²"/>
          <a:ea typeface="±¼¸²"/>
        </a:defRPr>
      </a:lvl1pPr>
      <a:lvl2pPr lvl="1" marL="742950" indent="-285750" defTabSz="914400" latinLnBrk="1">
        <a:buChar char="-"/>
        <a:defRPr lang="ko-KR" smtClean="0" sz="2400"/>
      </a:lvl2pPr>
      <a:lvl3pPr lvl="2" marL="1143000" indent="-228600" defTabSz="914400" latinLnBrk="1">
        <a:buChar char="●"/>
        <a:defRPr lang="ko-KR" smtClean="0" sz="2000"/>
      </a:lvl3pPr>
      <a:lvl4pPr lvl="3" marL="1600200" indent="-228600" defTabSz="914400" latinLnBrk="1">
        <a:buChar char="-"/>
        <a:defRPr lang="ko-KR" smtClean="0" sz="1800"/>
      </a:lvl4pPr>
      <a:lvl5pPr lvl="4" marL="2057400" indent="-228600" defTabSz="914400" latinLnBrk="1">
        <a:buChar char="»"/>
        <a:defRPr lang="ko-KR" smtClean="0" sz="1800"/>
      </a:lvl5pPr>
    </p:bodyStyle>
    <p:otherStyle>
      <a:lvl1pPr algn="l" marL="0" indent="0" defTabSz="914400" latinLnBrk="1">
        <a:buNone/>
        <a:defRPr lang="ko-KR" smtClean="0" sz="1800" baseline="0">
          <a:solidFill>
            <a:srgbClr val="000000"/>
          </a:solidFill>
          <a:latin typeface="±¼¸²"/>
          <a:ea typeface="±¼¸²"/>
        </a:defRPr>
      </a:lvl1pPr>
      <a:lvl2pPr lvl="1" marL="457200" indent="0" defTabSz="914400" latinLnBrk="1">
        <a:defRPr lang="ko-KR" smtClean="0"/>
      </a:lvl2pPr>
      <a:lvl3pPr lvl="2" marL="914400" indent="0" defTabSz="914400" latinLnBrk="1">
        <a:defRPr lang="ko-KR" smtClean="0"/>
      </a:lvl3pPr>
      <a:lvl4pPr lvl="3" marL="1371600" indent="0" defTabSz="914400" latinLnBrk="1">
        <a:defRPr lang="ko-KR" smtClean="0"/>
      </a:lvl4pPr>
      <a:lvl5pPr lvl="4" marL="1828800" indent="0" defTabSz="914400" latinLnBrk="1">
        <a:defRPr lang="ko-KR" smtClean="0"/>
      </a:lvl5pPr>
    </p:otherStyle>
  </p:txStyles>
  <p:timing>
    <p:tnLst>
      <p:par>
        <p:cTn id="1" dur="indefinite" restart="never" nodeType="tmRoot"/>
      </p:par>
    </p:tnLst>
  </p:timing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 txBox="1">
            <a:spLocks/>
          </p:cNvSpPr>
          <p:nvPr>
            <p:ph type="title"/>
          </p:nvPr>
        </p:nvSpPr>
        <p:spPr>
          <a:xfrm rot="0">
            <a:off x="457200" y="274955"/>
            <a:ext cx="8230235" cy="114363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3" name="텍스트 개체 틀 2"/>
          <p:cNvSpPr txBox="1">
            <a:spLocks/>
          </p:cNvSpPr>
          <p:nvPr>
            <p:ph type="body"/>
          </p:nvPr>
        </p:nvSpPr>
        <p:spPr>
          <a:xfrm rot="0">
            <a:off x="457200" y="1600200"/>
            <a:ext cx="8230235" cy="452691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342900" indent="-342900" algn="l" fontAlgn="auto" defTabSz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None/>
            </a:pPr>
            <a:r>
              <a:rPr lang="en-US" altLang="ko-KR" sz="32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텍스트 스타일을 편집합니다</a:t>
            </a:r>
          </a:p>
          <a:p>
            <a:pPr marL="742950" indent="-285750" algn="l" fontAlgn="auto" defTabSz="91440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FontTx/>
              <a:buNone/>
            </a:pPr>
            <a:r>
              <a:rPr lang="en-US" altLang="ko-KR" sz="2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둘째 수준</a:t>
            </a:r>
          </a:p>
          <a:p>
            <a:pPr marL="1143000" indent="-228600" algn="l" fontAlgn="auto" defTabSz="9144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Tx/>
              <a:buNone/>
            </a:pPr>
            <a:r>
              <a:rPr lang="en-US" altLang="ko-KR" sz="24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셋째 수준</a:t>
            </a:r>
          </a:p>
          <a:p>
            <a:pPr marL="1600200" indent="-228600" algn="l" fontAlgn="auto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Tx/>
              <a:buNone/>
            </a:pPr>
            <a:r>
              <a:rPr lang="en-US" altLang="ko-KR" sz="2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넷째 수준</a:t>
            </a:r>
          </a:p>
          <a:p>
            <a:pPr marL="2057400" indent="-228600" algn="l" fontAlgn="auto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Tx/>
              <a:buNone/>
            </a:pPr>
            <a:r>
              <a:rPr lang="en-US" altLang="ko-KR" sz="2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다섯째 수준</a:t>
            </a:r>
          </a:p>
        </p:txBody>
      </p:sp>
      <p:sp>
        <p:nvSpPr>
          <p:cNvPr id="4" name="날짜 개체 틀 3"/>
          <p:cNvSpPr txBox="1">
            <a:spLocks/>
          </p:cNvSpPr>
          <p:nvPr>
            <p:ph type="dt"/>
          </p:nvPr>
        </p:nvSpPr>
        <p:spPr>
          <a:xfrm rot="0">
            <a:off x="457200" y="6356350"/>
            <a:ext cx="2134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datetime1">
              <a:rPr lang="ko-KR" altLang="en-US" sz="1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2011-10-19</a:t>
            </a:fld>
          </a:p>
        </p:txBody>
      </p:sp>
      <p:sp>
        <p:nvSpPr>
          <p:cNvPr id="5" name="바닥글 개체 틀 4"/>
          <p:cNvSpPr txBox="1">
            <a:spLocks/>
          </p:cNvSpPr>
          <p:nvPr>
            <p:ph type="ftr"/>
          </p:nvPr>
        </p:nvSpPr>
        <p:spPr>
          <a:xfrm rot="0">
            <a:off x="3124200" y="6356350"/>
            <a:ext cx="2896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6" name="슬라이드 번호 개체 틀 5"/>
          <p:cNvSpPr txBox="1">
            <a:spLocks/>
          </p:cNvSpPr>
          <p:nvPr>
            <p:ph type="sldNum"/>
          </p:nvPr>
        </p:nvSpPr>
        <p:spPr>
          <a:xfrm rot="0">
            <a:off x="6553200" y="6356350"/>
            <a:ext cx="2134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210" r:id="rId1"/>
    <p:sldLayoutId id="2147484211" r:id="rId2"/>
    <p:sldLayoutId id="2147484212" r:id="rId3"/>
    <p:sldLayoutId id="2147484213" r:id="rId4"/>
    <p:sldLayoutId id="2147484214" r:id="rId5"/>
    <p:sldLayoutId id="2147484215" r:id="rId6"/>
  </p:sldLayoutIdLst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  <p:txStyles>
    <p:titleStyle>
      <a:lvl1pPr algn="ctr" marL="0" indent="0" defTabSz="914400" latinLnBrk="1">
        <a:buNone/>
        <a:defRPr lang="ko-KR" smtClean="0" sz="4400" baseline="0">
          <a:solidFill>
            <a:srgbClr val="000000"/>
          </a:solidFill>
          <a:latin typeface="±¼¸²"/>
          <a:ea typeface="±¼¸²"/>
        </a:defRPr>
      </a:lvl1pPr>
    </p:titleStyle>
    <p:bodyStyle>
      <a:lvl1pPr algn="l" marL="342900" indent="-342900" defTabSz="914400" latinLnBrk="1">
        <a:spcBef>
          <a:spcPct val="20000"/>
        </a:spcBef>
        <a:buFont typeface="±¼¸²"/>
        <a:buChar char="•"/>
        <a:defRPr lang="ko-KR" smtClean="0" sz="2800" baseline="0">
          <a:solidFill>
            <a:srgbClr val="000000"/>
          </a:solidFill>
          <a:latin typeface="±¼¸²"/>
          <a:ea typeface="±¼¸²"/>
        </a:defRPr>
      </a:lvl1pPr>
      <a:lvl2pPr lvl="1" marL="742950" indent="-285750" defTabSz="914400" latinLnBrk="1">
        <a:buChar char="-"/>
        <a:defRPr lang="ko-KR" smtClean="0" sz="2400"/>
      </a:lvl2pPr>
      <a:lvl3pPr lvl="2" marL="1143000" indent="-228600" defTabSz="914400" latinLnBrk="1">
        <a:buChar char="●"/>
        <a:defRPr lang="ko-KR" smtClean="0" sz="2000"/>
      </a:lvl3pPr>
      <a:lvl4pPr lvl="3" marL="1600200" indent="-228600" defTabSz="914400" latinLnBrk="1">
        <a:buChar char="-"/>
        <a:defRPr lang="ko-KR" smtClean="0" sz="1800"/>
      </a:lvl4pPr>
      <a:lvl5pPr lvl="4" marL="2057400" indent="-228600" defTabSz="914400" latinLnBrk="1">
        <a:buChar char="»"/>
        <a:defRPr lang="ko-KR" smtClean="0" sz="1800"/>
      </a:lvl5pPr>
    </p:bodyStyle>
    <p:otherStyle>
      <a:lvl1pPr algn="l" marL="0" indent="0" defTabSz="914400" latinLnBrk="1">
        <a:buNone/>
        <a:defRPr lang="ko-KR" smtClean="0" sz="1800" baseline="0">
          <a:solidFill>
            <a:srgbClr val="000000"/>
          </a:solidFill>
          <a:latin typeface="±¼¸²"/>
          <a:ea typeface="±¼¸²"/>
        </a:defRPr>
      </a:lvl1pPr>
      <a:lvl2pPr lvl="1" marL="457200" indent="0" defTabSz="914400" latinLnBrk="1">
        <a:defRPr lang="ko-KR" smtClean="0"/>
      </a:lvl2pPr>
      <a:lvl3pPr lvl="2" marL="914400" indent="0" defTabSz="914400" latinLnBrk="1">
        <a:defRPr lang="ko-KR" smtClean="0"/>
      </a:lvl3pPr>
      <a:lvl4pPr lvl="3" marL="1371600" indent="0" defTabSz="914400" latinLnBrk="1">
        <a:defRPr lang="ko-KR" smtClean="0"/>
      </a:lvl4pPr>
      <a:lvl5pPr lvl="4" marL="1828800" indent="0" defTabSz="914400" latinLnBrk="1">
        <a:defRPr lang="ko-KR" smtClean="0"/>
      </a:lvl5pPr>
    </p:otherStyle>
  </p:txStyles>
  <p:timing>
    <p:tnLst>
      <p:par>
        <p:cTn id="1" dur="indefinite" restart="never" nodeType="tmRoot"/>
      </p:par>
    </p:tnLst>
  </p:timing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 txBox="1">
            <a:spLocks/>
          </p:cNvSpPr>
          <p:nvPr>
            <p:ph type="title"/>
          </p:nvPr>
        </p:nvSpPr>
        <p:spPr>
          <a:xfrm rot="0">
            <a:off x="457200" y="274955"/>
            <a:ext cx="8230235" cy="114363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3" name="텍스트 개체 틀 2"/>
          <p:cNvSpPr txBox="1">
            <a:spLocks/>
          </p:cNvSpPr>
          <p:nvPr>
            <p:ph type="body"/>
          </p:nvPr>
        </p:nvSpPr>
        <p:spPr>
          <a:xfrm rot="0">
            <a:off x="457200" y="1600200"/>
            <a:ext cx="8230235" cy="452691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342900" indent="-342900" algn="l" fontAlgn="auto" defTabSz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None/>
            </a:pPr>
            <a:r>
              <a:rPr lang="en-US" altLang="ko-KR" sz="32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텍스트 스타일을 편집합니다</a:t>
            </a:r>
          </a:p>
          <a:p>
            <a:pPr marL="742950" indent="-285750" algn="l" fontAlgn="auto" defTabSz="91440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FontTx/>
              <a:buNone/>
            </a:pPr>
            <a:r>
              <a:rPr lang="en-US" altLang="ko-KR" sz="2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둘째 수준</a:t>
            </a:r>
          </a:p>
          <a:p>
            <a:pPr marL="1143000" indent="-228600" algn="l" fontAlgn="auto" defTabSz="9144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Tx/>
              <a:buNone/>
            </a:pPr>
            <a:r>
              <a:rPr lang="en-US" altLang="ko-KR" sz="24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셋째 수준</a:t>
            </a:r>
          </a:p>
          <a:p>
            <a:pPr marL="1600200" indent="-228600" algn="l" fontAlgn="auto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Tx/>
              <a:buNone/>
            </a:pPr>
            <a:r>
              <a:rPr lang="en-US" altLang="ko-KR" sz="2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넷째 수준</a:t>
            </a:r>
          </a:p>
          <a:p>
            <a:pPr marL="2057400" indent="-228600" algn="l" fontAlgn="auto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Tx/>
              <a:buNone/>
            </a:pPr>
            <a:r>
              <a:rPr lang="en-US" altLang="ko-KR" sz="2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다섯째 수준</a:t>
            </a:r>
          </a:p>
        </p:txBody>
      </p:sp>
      <p:sp>
        <p:nvSpPr>
          <p:cNvPr id="4" name="날짜 개체 틀 3"/>
          <p:cNvSpPr txBox="1">
            <a:spLocks/>
          </p:cNvSpPr>
          <p:nvPr>
            <p:ph type="dt"/>
          </p:nvPr>
        </p:nvSpPr>
        <p:spPr>
          <a:xfrm rot="0">
            <a:off x="457200" y="6356350"/>
            <a:ext cx="2134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datetime1">
              <a:rPr lang="ko-KR" altLang="en-US" sz="1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2011-10-19</a:t>
            </a:fld>
          </a:p>
        </p:txBody>
      </p:sp>
      <p:sp>
        <p:nvSpPr>
          <p:cNvPr id="5" name="바닥글 개체 틀 4"/>
          <p:cNvSpPr txBox="1">
            <a:spLocks/>
          </p:cNvSpPr>
          <p:nvPr>
            <p:ph type="ftr"/>
          </p:nvPr>
        </p:nvSpPr>
        <p:spPr>
          <a:xfrm rot="0">
            <a:off x="3124200" y="6356350"/>
            <a:ext cx="2896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6" name="슬라이드 번호 개체 틀 5"/>
          <p:cNvSpPr txBox="1">
            <a:spLocks/>
          </p:cNvSpPr>
          <p:nvPr>
            <p:ph type="sldNum"/>
          </p:nvPr>
        </p:nvSpPr>
        <p:spPr>
          <a:xfrm rot="0">
            <a:off x="6553200" y="6356350"/>
            <a:ext cx="2134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216" r:id="rId1"/>
    <p:sldLayoutId id="2147484217" r:id="rId2"/>
    <p:sldLayoutId id="2147484218" r:id="rId3"/>
    <p:sldLayoutId id="2147484219" r:id="rId4"/>
    <p:sldLayoutId id="2147484220" r:id="rId5"/>
    <p:sldLayoutId id="2147484221" r:id="rId6"/>
  </p:sldLayoutIdLst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  <p:txStyles>
    <p:titleStyle>
      <a:lvl1pPr algn="ctr" marL="0" indent="0" defTabSz="914400" latinLnBrk="1">
        <a:buNone/>
        <a:defRPr lang="ko-KR" smtClean="0" sz="4400" baseline="0">
          <a:solidFill>
            <a:srgbClr val="000000"/>
          </a:solidFill>
          <a:latin typeface="±¼¸²"/>
          <a:ea typeface="±¼¸²"/>
        </a:defRPr>
      </a:lvl1pPr>
    </p:titleStyle>
    <p:bodyStyle>
      <a:lvl1pPr algn="l" marL="342900" indent="-342900" defTabSz="914400" latinLnBrk="1">
        <a:spcBef>
          <a:spcPct val="20000"/>
        </a:spcBef>
        <a:buFont typeface="±¼¸²"/>
        <a:buChar char="•"/>
        <a:defRPr lang="ko-KR" smtClean="0" sz="2800" baseline="0">
          <a:solidFill>
            <a:srgbClr val="000000"/>
          </a:solidFill>
          <a:latin typeface="±¼¸²"/>
          <a:ea typeface="±¼¸²"/>
        </a:defRPr>
      </a:lvl1pPr>
      <a:lvl2pPr lvl="1" marL="742950" indent="-285750" defTabSz="914400" latinLnBrk="1">
        <a:buChar char="-"/>
        <a:defRPr lang="ko-KR" smtClean="0" sz="2400"/>
      </a:lvl2pPr>
      <a:lvl3pPr lvl="2" marL="1143000" indent="-228600" defTabSz="914400" latinLnBrk="1">
        <a:buChar char="●"/>
        <a:defRPr lang="ko-KR" smtClean="0" sz="2000"/>
      </a:lvl3pPr>
      <a:lvl4pPr lvl="3" marL="1600200" indent="-228600" defTabSz="914400" latinLnBrk="1">
        <a:buChar char="-"/>
        <a:defRPr lang="ko-KR" smtClean="0" sz="1800"/>
      </a:lvl4pPr>
      <a:lvl5pPr lvl="4" marL="2057400" indent="-228600" defTabSz="914400" latinLnBrk="1">
        <a:buChar char="»"/>
        <a:defRPr lang="ko-KR" smtClean="0" sz="1800"/>
      </a:lvl5pPr>
    </p:bodyStyle>
    <p:otherStyle>
      <a:lvl1pPr algn="l" marL="0" indent="0" defTabSz="914400" latinLnBrk="1">
        <a:buNone/>
        <a:defRPr lang="ko-KR" smtClean="0" sz="1800" baseline="0">
          <a:solidFill>
            <a:srgbClr val="000000"/>
          </a:solidFill>
          <a:latin typeface="±¼¸²"/>
          <a:ea typeface="±¼¸²"/>
        </a:defRPr>
      </a:lvl1pPr>
      <a:lvl2pPr lvl="1" marL="457200" indent="0" defTabSz="914400" latinLnBrk="1">
        <a:defRPr lang="ko-KR" smtClean="0"/>
      </a:lvl2pPr>
      <a:lvl3pPr lvl="2" marL="914400" indent="0" defTabSz="914400" latinLnBrk="1">
        <a:defRPr lang="ko-KR" smtClean="0"/>
      </a:lvl3pPr>
      <a:lvl4pPr lvl="3" marL="1371600" indent="0" defTabSz="914400" latinLnBrk="1">
        <a:defRPr lang="ko-KR" smtClean="0"/>
      </a:lvl4pPr>
      <a:lvl5pPr lvl="4" marL="1828800" indent="0" defTabSz="914400" latinLnBrk="1">
        <a:defRPr lang="ko-KR" smtClean="0"/>
      </a:lvl5pPr>
    </p:otherStyle>
  </p:txStyles>
  <p:timing>
    <p:tnLst>
      <p:par>
        <p:cTn id="1" dur="indefinite" restart="never" nodeType="tmRoot"/>
      </p:par>
    </p:tnLst>
  </p:timing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 txBox="1">
            <a:spLocks/>
          </p:cNvSpPr>
          <p:nvPr>
            <p:ph type="title"/>
          </p:nvPr>
        </p:nvSpPr>
        <p:spPr>
          <a:xfrm rot="0">
            <a:off x="457200" y="274955"/>
            <a:ext cx="8230235" cy="114363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3" name="텍스트 개체 틀 2"/>
          <p:cNvSpPr txBox="1">
            <a:spLocks/>
          </p:cNvSpPr>
          <p:nvPr>
            <p:ph type="body"/>
          </p:nvPr>
        </p:nvSpPr>
        <p:spPr>
          <a:xfrm rot="0">
            <a:off x="457200" y="1600200"/>
            <a:ext cx="8230235" cy="452691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342900" indent="-342900" algn="l" fontAlgn="auto" defTabSz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None/>
            </a:pPr>
            <a:r>
              <a:rPr lang="en-US" altLang="ko-KR" sz="32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텍스트 스타일을 편집합니다</a:t>
            </a:r>
          </a:p>
          <a:p>
            <a:pPr marL="742950" indent="-285750" algn="l" fontAlgn="auto" defTabSz="91440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FontTx/>
              <a:buNone/>
            </a:pPr>
            <a:r>
              <a:rPr lang="en-US" altLang="ko-KR" sz="2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둘째 수준</a:t>
            </a:r>
          </a:p>
          <a:p>
            <a:pPr marL="1143000" indent="-228600" algn="l" fontAlgn="auto" defTabSz="9144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Tx/>
              <a:buNone/>
            </a:pPr>
            <a:r>
              <a:rPr lang="en-US" altLang="ko-KR" sz="24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셋째 수준</a:t>
            </a:r>
          </a:p>
          <a:p>
            <a:pPr marL="1600200" indent="-228600" algn="l" fontAlgn="auto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Tx/>
              <a:buNone/>
            </a:pPr>
            <a:r>
              <a:rPr lang="en-US" altLang="ko-KR" sz="2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넷째 수준</a:t>
            </a:r>
          </a:p>
          <a:p>
            <a:pPr marL="2057400" indent="-228600" algn="l" fontAlgn="auto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Tx/>
              <a:buNone/>
            </a:pPr>
            <a:r>
              <a:rPr lang="en-US" altLang="ko-KR" sz="2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다섯째 수준</a:t>
            </a:r>
          </a:p>
        </p:txBody>
      </p:sp>
      <p:sp>
        <p:nvSpPr>
          <p:cNvPr id="4" name="날짜 개체 틀 3"/>
          <p:cNvSpPr txBox="1">
            <a:spLocks/>
          </p:cNvSpPr>
          <p:nvPr>
            <p:ph type="dt"/>
          </p:nvPr>
        </p:nvSpPr>
        <p:spPr>
          <a:xfrm rot="0">
            <a:off x="457200" y="6356350"/>
            <a:ext cx="2134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datetime1">
              <a:rPr lang="ko-KR" altLang="en-US" sz="1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2011-10-19</a:t>
            </a:fld>
          </a:p>
        </p:txBody>
      </p:sp>
      <p:sp>
        <p:nvSpPr>
          <p:cNvPr id="5" name="바닥글 개체 틀 4"/>
          <p:cNvSpPr txBox="1">
            <a:spLocks/>
          </p:cNvSpPr>
          <p:nvPr>
            <p:ph type="ftr"/>
          </p:nvPr>
        </p:nvSpPr>
        <p:spPr>
          <a:xfrm rot="0">
            <a:off x="3124200" y="6356350"/>
            <a:ext cx="2896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6" name="슬라이드 번호 개체 틀 5"/>
          <p:cNvSpPr txBox="1">
            <a:spLocks/>
          </p:cNvSpPr>
          <p:nvPr>
            <p:ph type="sldNum"/>
          </p:nvPr>
        </p:nvSpPr>
        <p:spPr>
          <a:xfrm rot="0">
            <a:off x="6553200" y="6356350"/>
            <a:ext cx="2134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222" r:id="rId1"/>
    <p:sldLayoutId id="2147484223" r:id="rId2"/>
    <p:sldLayoutId id="2147484224" r:id="rId3"/>
    <p:sldLayoutId id="2147484225" r:id="rId4"/>
    <p:sldLayoutId id="2147484226" r:id="rId5"/>
    <p:sldLayoutId id="2147484227" r:id="rId6"/>
  </p:sldLayoutIdLst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  <p:txStyles>
    <p:titleStyle>
      <a:lvl1pPr algn="ctr" marL="0" indent="0" defTabSz="914400" latinLnBrk="1">
        <a:buNone/>
        <a:defRPr lang="ko-KR" smtClean="0" sz="4400" baseline="0">
          <a:solidFill>
            <a:srgbClr val="000000"/>
          </a:solidFill>
          <a:latin typeface="±¼¸²"/>
          <a:ea typeface="±¼¸²"/>
        </a:defRPr>
      </a:lvl1pPr>
    </p:titleStyle>
    <p:bodyStyle>
      <a:lvl1pPr algn="l" marL="342900" indent="-342900" defTabSz="914400" latinLnBrk="1">
        <a:spcBef>
          <a:spcPct val="20000"/>
        </a:spcBef>
        <a:buFont typeface="±¼¸²"/>
        <a:buChar char="•"/>
        <a:defRPr lang="ko-KR" smtClean="0" sz="2800" baseline="0">
          <a:solidFill>
            <a:srgbClr val="000000"/>
          </a:solidFill>
          <a:latin typeface="±¼¸²"/>
          <a:ea typeface="±¼¸²"/>
        </a:defRPr>
      </a:lvl1pPr>
      <a:lvl2pPr lvl="1" marL="742950" indent="-285750" defTabSz="914400" latinLnBrk="1">
        <a:buChar char="-"/>
        <a:defRPr lang="ko-KR" smtClean="0" sz="2400"/>
      </a:lvl2pPr>
      <a:lvl3pPr lvl="2" marL="1143000" indent="-228600" defTabSz="914400" latinLnBrk="1">
        <a:buChar char="●"/>
        <a:defRPr lang="ko-KR" smtClean="0" sz="2000"/>
      </a:lvl3pPr>
      <a:lvl4pPr lvl="3" marL="1600200" indent="-228600" defTabSz="914400" latinLnBrk="1">
        <a:buChar char="-"/>
        <a:defRPr lang="ko-KR" smtClean="0" sz="1800"/>
      </a:lvl4pPr>
      <a:lvl5pPr lvl="4" marL="2057400" indent="-228600" defTabSz="914400" latinLnBrk="1">
        <a:buChar char="»"/>
        <a:defRPr lang="ko-KR" smtClean="0" sz="1800"/>
      </a:lvl5pPr>
    </p:bodyStyle>
    <p:otherStyle>
      <a:lvl1pPr algn="l" marL="0" indent="0" defTabSz="914400" latinLnBrk="1">
        <a:buNone/>
        <a:defRPr lang="ko-KR" smtClean="0" sz="1800" baseline="0">
          <a:solidFill>
            <a:srgbClr val="000000"/>
          </a:solidFill>
          <a:latin typeface="±¼¸²"/>
          <a:ea typeface="±¼¸²"/>
        </a:defRPr>
      </a:lvl1pPr>
      <a:lvl2pPr lvl="1" marL="457200" indent="0" defTabSz="914400" latinLnBrk="1">
        <a:defRPr lang="ko-KR" smtClean="0"/>
      </a:lvl2pPr>
      <a:lvl3pPr lvl="2" marL="914400" indent="0" defTabSz="914400" latinLnBrk="1">
        <a:defRPr lang="ko-KR" smtClean="0"/>
      </a:lvl3pPr>
      <a:lvl4pPr lvl="3" marL="1371600" indent="0" defTabSz="914400" latinLnBrk="1">
        <a:defRPr lang="ko-KR" smtClean="0"/>
      </a:lvl4pPr>
      <a:lvl5pPr lvl="4" marL="1828800" indent="0" defTabSz="914400" latinLnBrk="1">
        <a:defRPr lang="ko-KR" smtClean="0"/>
      </a:lvl5pPr>
    </p:otherStyle>
  </p:txStyles>
  <p:timing>
    <p:tnLst>
      <p:par>
        <p:cTn id="1" dur="indefinite" restart="never" nodeType="tmRoot"/>
      </p:par>
    </p:tnLst>
  </p:timing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 txBox="1">
            <a:spLocks/>
          </p:cNvSpPr>
          <p:nvPr>
            <p:ph type="title"/>
          </p:nvPr>
        </p:nvSpPr>
        <p:spPr>
          <a:xfrm rot="0">
            <a:off x="457200" y="274955"/>
            <a:ext cx="8230235" cy="114363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ctr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dirty="0" smtClean="0" b="1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제목 스타일 편집</a:t>
            </a:r>
          </a:p>
        </p:txBody>
      </p:sp>
      <p:sp>
        <p:nvSpPr>
          <p:cNvPr id="3" name="텍스트 개체 틀 2"/>
          <p:cNvSpPr txBox="1">
            <a:spLocks/>
          </p:cNvSpPr>
          <p:nvPr>
            <p:ph type="body"/>
          </p:nvPr>
        </p:nvSpPr>
        <p:spPr>
          <a:xfrm rot="0">
            <a:off x="457200" y="1600200"/>
            <a:ext cx="8230235" cy="452691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342900" indent="-342900" algn="l" fontAlgn="auto" defTabSz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None/>
            </a:pPr>
            <a:r>
              <a:rPr lang="en-US" altLang="ko-KR" sz="32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마스터 텍스트 스타일을 편집합니다</a:t>
            </a:r>
          </a:p>
          <a:p>
            <a:pPr marL="742950" indent="-285750" algn="l" fontAlgn="auto" defTabSz="91440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FontTx/>
              <a:buNone/>
            </a:pPr>
            <a:r>
              <a:rPr lang="en-US" altLang="ko-KR" sz="28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둘째 수준</a:t>
            </a:r>
          </a:p>
          <a:p>
            <a:pPr marL="1143000" indent="-228600" algn="l" fontAlgn="auto" defTabSz="9144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Tx/>
              <a:buNone/>
            </a:pPr>
            <a:r>
              <a:rPr lang="en-US" altLang="ko-KR" sz="24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셋째 수준</a:t>
            </a:r>
          </a:p>
          <a:p>
            <a:pPr marL="1600200" indent="-228600" algn="l" fontAlgn="auto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Tx/>
              <a:buNone/>
            </a:pPr>
            <a:r>
              <a:rPr lang="en-US" altLang="ko-KR" sz="2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넷째 수준</a:t>
            </a:r>
          </a:p>
          <a:p>
            <a:pPr marL="2057400" indent="-228600" algn="l" fontAlgn="auto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Tx/>
              <a:buNone/>
            </a:pPr>
            <a:r>
              <a:rPr lang="en-US" altLang="ko-KR" sz="2000" cap="none" dirty="0" smtClean="0" b="0">
                <a:solidFill>
                  <a:srgbClr val="FFFFFF"/>
                </a:solidFill>
                <a:latin typeface="나눔고딕" charset="0"/>
                <a:ea typeface="나눔고딕" charset="0"/>
              </a:rPr>
              <a:t>다섯째 수준</a:t>
            </a:r>
          </a:p>
        </p:txBody>
      </p:sp>
      <p:sp>
        <p:nvSpPr>
          <p:cNvPr id="4" name="날짜 개체 틀 3"/>
          <p:cNvSpPr txBox="1">
            <a:spLocks/>
          </p:cNvSpPr>
          <p:nvPr>
            <p:ph type="dt"/>
          </p:nvPr>
        </p:nvSpPr>
        <p:spPr>
          <a:xfrm rot="0">
            <a:off x="457200" y="6356350"/>
            <a:ext cx="2134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datetime1">
              <a:rPr lang="ko-KR" altLang="en-US" sz="1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2011-10-19</a:t>
            </a:fld>
          </a:p>
        </p:txBody>
      </p:sp>
      <p:sp>
        <p:nvSpPr>
          <p:cNvPr id="5" name="바닥글 개체 틀 4"/>
          <p:cNvSpPr txBox="1">
            <a:spLocks/>
          </p:cNvSpPr>
          <p:nvPr>
            <p:ph type="ftr"/>
          </p:nvPr>
        </p:nvSpPr>
        <p:spPr>
          <a:xfrm rot="0">
            <a:off x="3124200" y="6356350"/>
            <a:ext cx="2896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</a:p>
        </p:txBody>
      </p:sp>
      <p:sp>
        <p:nvSpPr>
          <p:cNvPr id="6" name="슬라이드 번호 개체 틀 5"/>
          <p:cNvSpPr txBox="1">
            <a:spLocks/>
          </p:cNvSpPr>
          <p:nvPr>
            <p:ph type="sldNum"/>
          </p:nvPr>
        </p:nvSpPr>
        <p:spPr>
          <a:xfrm rot="0">
            <a:off x="6553200" y="6356350"/>
            <a:ext cx="2134235" cy="365760"/>
          </a:xfrm>
          <a:prstGeom prst="rect"/>
        </p:spPr>
        <p:txBody>
          <a:bodyPr wrap="square" lIns="91440" tIns="45720" rIns="91440" bIns="45720" vert="horz" anchor="ctr">
            <a:no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1200" cap="none" dirty="0" smtClean="0" b="0">
                <a:solidFill>
                  <a:srgbClr val="898989"/>
                </a:solidFill>
                <a:latin typeface="나눔고딕" charset="0"/>
                <a:ea typeface="나눔고딕" charset="0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228" r:id="rId1"/>
    <p:sldLayoutId id="2147484229" r:id="rId2"/>
    <p:sldLayoutId id="2147484230" r:id="rId3"/>
    <p:sldLayoutId id="2147484231" r:id="rId4"/>
    <p:sldLayoutId id="2147484232" r:id="rId5"/>
    <p:sldLayoutId id="2147484233" r:id="rId6"/>
  </p:sldLayoutIdLst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  <p:txStyles>
    <p:titleStyle>
      <a:lvl1pPr algn="ctr" marL="0" indent="0" defTabSz="914400" latinLnBrk="1">
        <a:buNone/>
        <a:defRPr lang="ko-KR" smtClean="0" sz="4400" baseline="0">
          <a:solidFill>
            <a:srgbClr val="000000"/>
          </a:solidFill>
          <a:latin typeface="±¼¸²"/>
          <a:ea typeface="±¼¸²"/>
        </a:defRPr>
      </a:lvl1pPr>
    </p:titleStyle>
    <p:bodyStyle>
      <a:lvl1pPr algn="l" marL="342900" indent="-342900" defTabSz="914400" latinLnBrk="1">
        <a:spcBef>
          <a:spcPct val="20000"/>
        </a:spcBef>
        <a:buFont typeface="±¼¸²"/>
        <a:buChar char="•"/>
        <a:defRPr lang="ko-KR" smtClean="0" sz="2800" baseline="0">
          <a:solidFill>
            <a:srgbClr val="000000"/>
          </a:solidFill>
          <a:latin typeface="±¼¸²"/>
          <a:ea typeface="±¼¸²"/>
        </a:defRPr>
      </a:lvl1pPr>
      <a:lvl2pPr lvl="1" marL="742950" indent="-285750" defTabSz="914400" latinLnBrk="1">
        <a:buChar char="-"/>
        <a:defRPr lang="ko-KR" smtClean="0" sz="2400"/>
      </a:lvl2pPr>
      <a:lvl3pPr lvl="2" marL="1143000" indent="-228600" defTabSz="914400" latinLnBrk="1">
        <a:buChar char="●"/>
        <a:defRPr lang="ko-KR" smtClean="0" sz="2000"/>
      </a:lvl3pPr>
      <a:lvl4pPr lvl="3" marL="1600200" indent="-228600" defTabSz="914400" latinLnBrk="1">
        <a:buChar char="-"/>
        <a:defRPr lang="ko-KR" smtClean="0" sz="1800"/>
      </a:lvl4pPr>
      <a:lvl5pPr lvl="4" marL="2057400" indent="-228600" defTabSz="914400" latinLnBrk="1">
        <a:buChar char="»"/>
        <a:defRPr lang="ko-KR" smtClean="0" sz="1800"/>
      </a:lvl5pPr>
    </p:bodyStyle>
    <p:otherStyle>
      <a:lvl1pPr algn="l" marL="0" indent="0" defTabSz="914400" latinLnBrk="1">
        <a:buNone/>
        <a:defRPr lang="ko-KR" smtClean="0" sz="1800" baseline="0">
          <a:solidFill>
            <a:srgbClr val="000000"/>
          </a:solidFill>
          <a:latin typeface="±¼¸²"/>
          <a:ea typeface="±¼¸²"/>
        </a:defRPr>
      </a:lvl1pPr>
      <a:lvl2pPr lvl="1" marL="457200" indent="0" defTabSz="914400" latinLnBrk="1">
        <a:defRPr lang="ko-KR" smtClean="0"/>
      </a:lvl2pPr>
      <a:lvl3pPr lvl="2" marL="914400" indent="0" defTabSz="914400" latinLnBrk="1">
        <a:defRPr lang="ko-KR" smtClean="0"/>
      </a:lvl3pPr>
      <a:lvl4pPr lvl="3" marL="1371600" indent="0" defTabSz="914400" latinLnBrk="1">
        <a:defRPr lang="ko-KR" smtClean="0"/>
      </a:lvl4pPr>
      <a:lvl5pPr lvl="4" marL="1828800" indent="0" defTabSz="914400" latinLnBrk="1">
        <a:defRPr lang="ko-KR" smtClean="0"/>
      </a:lvl5pPr>
    </p:otherStyle>
  </p:txStyles>
  <p:timing>
    <p:tnLst>
      <p:par>
        <p:cTn id="1" dur="indefinite" restart="never" nodeType="tmRoot"/>
      </p:par>
    </p:tnLst>
  </p:timing>
</p:sldMaster>
</file>

<file path=ppt/slides/_rels/slide1.xml.rels><?xml version="1.0" encoding="UTF-8"?>
<Relationships xmlns="http://schemas.openxmlformats.org/package/2006/relationships"><Relationship Id="rId2" Type="http://schemas.openxmlformats.org/officeDocument/2006/relationships/notesSlide" Target="../notesSlides/notesSlide1.xml"></Relationship><Relationship Id="rId5" Type="http://schemas.openxmlformats.org/officeDocument/2006/relationships/hyperlink" Target="http://hangeul.naver.com/font" TargetMode="External"></Relationship><Relationship Id="rId6" Type="http://schemas.openxmlformats.org/officeDocument/2006/relationships/hyperlink" Target="mailto:wnsxo0816@gmail.com" TargetMode="External"></Relationship><Relationship Id="rId7" Type="http://schemas.openxmlformats.org/officeDocument/2006/relationships/slideLayout" Target="../slideLayouts/slideLayout6.xml"></Relationship></Relationships>
</file>

<file path=ppt/slides/_rels/slide2.xml.rels><?xml version="1.0" encoding="UTF-8"?>
<Relationships xmlns="http://schemas.openxmlformats.org/package/2006/relationships"><Relationship Id="rId2" Type="http://schemas.openxmlformats.org/officeDocument/2006/relationships/hyperlink" Target="http://hangeul.naver.com/font" TargetMode="External"></Relationship><Relationship Id="rId4" Type="http://schemas.openxmlformats.org/officeDocument/2006/relationships/image" Target="../media/fImage409858541.jpeg"></Relationship><Relationship Id="rId5" Type="http://schemas.openxmlformats.org/officeDocument/2006/relationships/slideLayout" Target="../slideLayouts/slideLayout6.xml"></Relationship></Relationships>
</file>

<file path=ppt/slides/_rels/slide3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6.xml"></Relationship></Relationships>
</file>

<file path=ppt/slides/_rels/slide4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6.xml"></Relationship></Relationships>
</file>

<file path=ppt/slides/_rels/slide5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6.xml"></Relationship></Relationships>
</file>

<file path=ppt/slides/_rels/slide6.xml.rels><?xml version="1.0" encoding="UTF-8"?>
<Relationships xmlns="http://schemas.openxmlformats.org/package/2006/relationships"><Relationship Id="rId2" Type="http://schemas.openxmlformats.org/officeDocument/2006/relationships/notesSlide" Target="../notesSlides/notesSlide6.xml"></Relationship><Relationship Id="rId3" Type="http://schemas.openxmlformats.org/officeDocument/2006/relationships/slideLayout" Target="../slideLayouts/slideLayout6.xml"></Relationship></Relationships>
</file>

<file path=ppt/slides/_rels/slide7.xml.rels><?xml version="1.0" encoding="UTF-8"?>
<Relationships xmlns="http://schemas.openxmlformats.org/package/2006/relationships"><Relationship Id="rId2" Type="http://schemas.openxmlformats.org/officeDocument/2006/relationships/notesSlide" Target="../notesSlides/notesSlide7.xml"></Relationship><Relationship Id="rId3" Type="http://schemas.openxmlformats.org/officeDocument/2006/relationships/slideLayout" Target="../slideLayouts/slideLayout6.xml"></Relationship></Relationships>
</file>

<file path=ppt/slides/_rels/slide8.xml.rels><?xml version="1.0" encoding="UTF-8"?>
<Relationships xmlns="http://schemas.openxmlformats.org/package/2006/relationships"><Relationship Id="rId2" Type="http://schemas.openxmlformats.org/officeDocument/2006/relationships/notesSlide" Target="../notesSlides/notesSlide8.xml"></Relationship><Relationship Id="rId3" Type="http://schemas.openxmlformats.org/officeDocument/2006/relationships/image" Target="../media/fImage77822205667.png"></Relationship><Relationship Id="rId4" Type="http://schemas.openxmlformats.org/officeDocument/2006/relationships/image" Target="../media/fImage66642226299.png"></Relationship><Relationship Id="rId5" Type="http://schemas.openxmlformats.org/officeDocument/2006/relationships/slideLayout" Target="../slideLayouts/slideLayout6.xml"></Relationship></Relationships>
</file>

<file path=ppt/slides/_rels/slide9.xml.rels><?xml version="1.0" encoding="UTF-8"?>
<Relationships xmlns="http://schemas.openxmlformats.org/package/2006/relationships"><Relationship Id="rId2" Type="http://schemas.openxmlformats.org/officeDocument/2006/relationships/image" Target="../media/fImage106857087035.png"></Relationship><Relationship Id="rId3" Type="http://schemas.openxmlformats.org/officeDocument/2006/relationships/image" Target="../media/fImage103347109894.png"></Relationship><Relationship Id="rId4" Type="http://schemas.openxmlformats.org/officeDocument/2006/relationships/notesSlide" Target="../notesSlides/notesSlide9.xml"></Relationship><Relationship Id="rId5" Type="http://schemas.openxmlformats.org/officeDocument/2006/relationships/slideLayout" Target="../slideLayouts/slideLayout6.xml"></Relationship></Relationships>
</file>

<file path=ppt/slides/_rels/slide10.xml.rels><?xml version="1.0" encoding="UTF-8"?>
<Relationships xmlns="http://schemas.openxmlformats.org/package/2006/relationships"><Relationship Id="rId2" Type="http://schemas.openxmlformats.org/officeDocument/2006/relationships/image" Target="../media/fImage11492772818703.png"></Relationship><Relationship Id="rId3" Type="http://schemas.openxmlformats.org/officeDocument/2006/relationships/hyperlink" Target="https://youtu.be/UQOiB6lzQzw" TargetMode="External"></Relationship><Relationship Id="rId4" Type="http://schemas.openxmlformats.org/officeDocument/2006/relationships/hyperlink" Target="https://github.com/Guyclops/RemoteProject" TargetMode="External"></Relationship><Relationship Id="rId5" Type="http://schemas.openxmlformats.org/officeDocument/2006/relationships/notesSlide" Target="../notesSlides/notesSlide10.xml"></Relationship><Relationship Id="rId6" Type="http://schemas.openxmlformats.org/officeDocument/2006/relationships/slideLayout" Target="../slideLayouts/slideLayout6.xml"></Relationship></Relationships>
</file>

<file path=ppt/slides/_rels/slide11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2.xml"></Relationship></Relationships>
</file>

<file path=ppt/slides/_rels/slide12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8.xml"></Relationship><Relationship Id="rId2" Type="http://schemas.openxmlformats.org/officeDocument/2006/relationships/notesSlide" Target="../notesSlides/notesSlide12.xml"></Relationship></Relationships>
</file>

<file path=ppt/slides/_rels/slide13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4.xml"></Relationship><Relationship Id="rId2" Type="http://schemas.openxmlformats.org/officeDocument/2006/relationships/notesSlide" Target="../notesSlides/notesSlide13.xml"></Relationship></Relationships>
</file>

<file path=ppt/slides/_rels/slide14.xml.rels><?xml version="1.0" encoding="UTF-8"?>
<Relationships xmlns="http://schemas.openxmlformats.org/package/2006/relationships"><Relationship Id="rId2" Type="http://schemas.openxmlformats.org/officeDocument/2006/relationships/hyperlink" Target="https://github.com/Guyclops/EmptyBottle" TargetMode="External"></Relationship><Relationship Id="rId3" Type="http://schemas.openxmlformats.org/officeDocument/2006/relationships/hyperlink" Target="https://github.com/Guyclops/EBottle" TargetMode="External"></Relationship><Relationship Id="rId4" Type="http://schemas.openxmlformats.org/officeDocument/2006/relationships/hyperlink" Target="http://Master(" TargetMode="External"></Relationship><Relationship Id="rId5" Type="http://schemas.openxmlformats.org/officeDocument/2006/relationships/notesSlide" Target="../notesSlides/notesSlide14.xml"></Relationship><Relationship Id="rId6" Type="http://schemas.openxmlformats.org/officeDocument/2006/relationships/slideLayout" Target="../slideLayouts/slideLayout30.xml"></Relationship></Relationships>
</file>

<file path=ppt/slides/_rels/slide15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36.xml"></Relationship><Relationship Id="rId2" Type="http://schemas.openxmlformats.org/officeDocument/2006/relationships/image" Target="../media/fImage305435243811.jpeg"></Relationship><Relationship Id="rId3" Type="http://schemas.openxmlformats.org/officeDocument/2006/relationships/image" Target="../media/fImage433515261322.jpeg"></Relationship><Relationship Id="rId4" Type="http://schemas.openxmlformats.org/officeDocument/2006/relationships/notesSlide" Target="../notesSlides/notesSlide15.xml"></Relationship></Relationships>
</file>

<file path=ppt/slides/_rels/slide16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42.xml"></Relationship><Relationship Id="rId2" Type="http://schemas.openxmlformats.org/officeDocument/2006/relationships/image" Target="../media/fImage99524568333.jpeg"></Relationship><Relationship Id="rId3" Type="http://schemas.openxmlformats.org/officeDocument/2006/relationships/image" Target="../media/fImage572955697673.jpeg"></Relationship><Relationship Id="rId4" Type="http://schemas.openxmlformats.org/officeDocument/2006/relationships/notesSlide" Target="../notesSlides/notesSlide16.xml"></Relationship></Relationships>
</file>

<file path=ppt/slides/_rels/slide17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48.xml"></Relationship><Relationship Id="rId2" Type="http://schemas.openxmlformats.org/officeDocument/2006/relationships/image" Target="../media/fImage831466104664.jpeg"></Relationship><Relationship Id="rId3" Type="http://schemas.openxmlformats.org/officeDocument/2006/relationships/image" Target="../media/fImage550516115141.jpeg"></Relationship><Relationship Id="rId4" Type="http://schemas.openxmlformats.org/officeDocument/2006/relationships/notesSlide" Target="../notesSlides/notesSlide17.xml"></Relationship></Relationships>
</file>

<file path=ppt/slides/_rels/slide18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54.xml"></Relationship><Relationship Id="rId2" Type="http://schemas.openxmlformats.org/officeDocument/2006/relationships/image" Target="../media/fImage599846527711.jpeg"></Relationship><Relationship Id="rId3" Type="http://schemas.openxmlformats.org/officeDocument/2006/relationships/image" Target="../media/fImage480326538253.jpeg"></Relationship><Relationship Id="rId4" Type="http://schemas.openxmlformats.org/officeDocument/2006/relationships/notesSlide" Target="../notesSlides/notesSlide18.xml"></Relationship></Relationships>
</file>

<file path=ppt/slides/_rels/slide19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60.xml"></Relationship><Relationship Id="rId2" Type="http://schemas.openxmlformats.org/officeDocument/2006/relationships/image" Target="../media/fImage697806946868.jpeg"></Relationship><Relationship Id="rId3" Type="http://schemas.openxmlformats.org/officeDocument/2006/relationships/image" Target="../media/fImage1035766955547.jpeg"></Relationship><Relationship Id="rId4" Type="http://schemas.openxmlformats.org/officeDocument/2006/relationships/notesSlide" Target="../notesSlides/notesSlide19.xml"></Relationship></Relationships>
</file>

<file path=ppt/slides/_rels/slide20.xml.rels><?xml version="1.0" encoding="UTF-8"?>
<Relationships xmlns="http://schemas.openxmlformats.org/package/2006/relationships"><Relationship Id="rId3" Type="http://schemas.openxmlformats.org/officeDocument/2006/relationships/hyperlink" Target="http://hangeul.naver.com/font" TargetMode="External"></Relationship><Relationship Id="rId4" Type="http://schemas.openxmlformats.org/officeDocument/2006/relationships/slideLayout" Target="../slideLayouts/slideLayout6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0" y="3429000"/>
            <a:ext cx="9144000" cy="3429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101600" dist="76200" algn="tl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 rot="0">
            <a:off x="251460" y="5216525"/>
            <a:ext cx="6769100" cy="119888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 fontAlgn="auto" defTabSz="914400" ea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dirty="0" smtClean="0" b="0">
                <a:solidFill>
                  <a:schemeClr val="bg1"/>
                </a:solidFill>
                <a:latin typeface="맑은 고딕" charset="0"/>
                <a:ea typeface="맑은 고딕" charset="0"/>
              </a:rPr>
              <a:t>Address : 서울시 관악구 봉천로23바길 12, 201호</a:t>
            </a:r>
            <a:endParaRPr lang="ko-KR" altLang="en-US" sz="1600" cap="none" dirty="0" smtClean="0" b="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fontAlgn="auto" defTabSz="914400" ea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dirty="0" smtClean="0" b="0">
                <a:solidFill>
                  <a:schemeClr val="bg1"/>
                </a:solidFill>
                <a:latin typeface="맑은 고딕" charset="0"/>
                <a:ea typeface="맑은 고딕" charset="0"/>
              </a:rPr>
              <a:t>Email : </a:t>
            </a:r>
            <a:r>
              <a:rPr lang="en-US" altLang="ko-KR" sz="1600" cap="none" dirty="0" smtClean="0" b="0">
                <a:solidFill>
                  <a:schemeClr val="bg1"/>
                </a:solidFill>
                <a:latin typeface="맑은 고딕" charset="0"/>
                <a:ea typeface="맑은 고딕" charset="0"/>
              </a:rPr>
              <a:t>wnsxo0816@gmail.com</a:t>
            </a:r>
            <a:endParaRPr lang="ko-KR" altLang="en-US" sz="1600" cap="none" dirty="0" smtClean="0" b="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fontAlgn="auto" defTabSz="914400" ea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dirty="0" smtClean="0" b="0">
                <a:solidFill>
                  <a:schemeClr val="bg1"/>
                </a:solidFill>
                <a:latin typeface="맑은 고딕" charset="0"/>
                <a:ea typeface="맑은 고딕" charset="0"/>
              </a:rPr>
              <a:t>Phone : 010-3950-3332</a:t>
            </a:r>
            <a:endParaRPr lang="ko-KR" altLang="en-US" sz="1600" cap="none" dirty="0" smtClean="0" b="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9" name="제목 8"/>
          <p:cNvSpPr>
            <a:spLocks noGrp="1"/>
          </p:cNvSpPr>
          <p:nvPr>
            <p:ph type="ctrTitle"/>
          </p:nvPr>
        </p:nvSpPr>
        <p:spPr>
          <a:xfrm>
            <a:off x="255905" y="3660140"/>
            <a:ext cx="8565515" cy="1470660"/>
          </a:xfrm>
        </p:spPr>
        <p:txBody>
          <a:bodyPr wrap="square" lIns="91440" tIns="45720" rIns="91440" bIns="45720" numCol="1" vert="horz" anchor="t">
            <a:normAutofit fontScale="9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spc="-50" dirty="0" smtClean="0" b="1">
                <a:latin typeface="맑은 고딕" charset="0"/>
                <a:ea typeface="맑은 고딕" charset="0"/>
              </a:rPr>
              <a:t>SHIN JUN TAE</a:t>
            </a:r>
            <a:r>
              <a:rPr lang="en-US" altLang="ko-KR" sz="4500" cap="none" spc="-50" dirty="0" smtClean="0" b="1">
                <a:latin typeface="맑은 고딕" charset="0"/>
                <a:ea typeface="맑은 고딕" charset="0"/>
              </a:rPr>
              <a:t/>
            </a:r>
            <a:br>
              <a:rPr lang="en-US" altLang="ko-KR" sz="4500" cap="none" spc="-50" dirty="0" smtClean="0" b="1">
                <a:latin typeface="맑은 고딕" charset="0"/>
                <a:ea typeface="맑은 고딕" charset="0"/>
              </a:rPr>
            </a:br>
            <a:r>
              <a:rPr lang="en-US" altLang="ko-KR" sz="4500" cap="none" spc="-50" dirty="0" smtClean="0" b="0">
                <a:latin typeface="맑은 고딕" charset="0"/>
                <a:ea typeface="맑은 고딕" charset="0"/>
              </a:rPr>
              <a:t>PORTPOLIO</a:t>
            </a:r>
            <a:endParaRPr lang="ko-KR" altLang="en-US" sz="4500" cap="none" dirty="0" smtClean="0" b="0">
              <a:latin typeface="맑은 고딕" charset="0"/>
              <a:ea typeface="맑은 고딕" charset="0"/>
            </a:endParaRPr>
          </a:p>
        </p:txBody>
      </p:sp>
      <p:sp>
        <p:nvSpPr>
          <p:cNvPr id="13" name="직사각형 12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1</a:t>
            </a:fld>
            <a:endParaRPr lang="ko-KR" altLang="en-US" sz="900" cap="none" dirty="0" smtClean="0" b="0">
              <a:gradFill rotWithShape="1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/>
              </a:gradFill>
              <a:latin typeface="나눔고딕" charset="0"/>
              <a:ea typeface="나눔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/>
        </p:nvCxnSpPr>
        <p:spPr>
          <a:xfrm rot="0">
            <a:off x="22225" y="1242060"/>
            <a:ext cx="923925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제목 6"/>
          <p:cNvSpPr txBox="1">
            <a:spLocks/>
          </p:cNvSpPr>
          <p:nvPr>
            <p:ph type="ctrTitle"/>
          </p:nvPr>
        </p:nvSpPr>
        <p:spPr>
          <a:xfrm rot="0">
            <a:off x="198120" y="182245"/>
            <a:ext cx="7773035" cy="1028700"/>
          </a:xfrm>
          <a:prstGeom prst="rect"/>
        </p:spPr>
        <p:txBody>
          <a:bodyPr wrap="square" lIns="91440" tIns="45720" rIns="91440" bIns="45720" numCol="1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spc="-50" dirty="0" smtClean="0" b="1">
                <a:latin typeface="맑은 고딕" charset="0"/>
                <a:ea typeface="맑은 고딕" charset="0"/>
              </a:rPr>
              <a:t>Introduce</a:t>
            </a:r>
            <a:endParaRPr lang="ko-KR" altLang="en-US" sz="4500" cap="none" dirty="0" smtClean="0" b="1">
              <a:latin typeface="맑은 고딕" charset="0"/>
              <a:ea typeface="맑은 고딕" charset="0"/>
            </a:endParaRPr>
          </a:p>
        </p:txBody>
      </p:sp>
      <p:sp>
        <p:nvSpPr>
          <p:cNvPr id="12" name="텍스트 상자 11"/>
          <p:cNvSpPr txBox="1">
            <a:spLocks/>
          </p:cNvSpPr>
          <p:nvPr/>
        </p:nvSpPr>
        <p:spPr>
          <a:xfrm rot="0">
            <a:off x="307975" y="1454785"/>
            <a:ext cx="1268730" cy="370205"/>
          </a:xfrm>
          <a:prstGeom prst="rect"/>
          <a:noFill/>
          <a:ln w="0">
            <a:noFill/>
            <a:prstDash/>
          </a:ln>
        </p:spPr>
        <p:txBody>
          <a:bodyPr wrap="none" lIns="89535" tIns="46355" rIns="89535" bIns="46355" vert="horz" anchor="t">
            <a:noAutofit/>
          </a:bodyPr>
          <a:lstStyle/>
          <a:p>
            <a:pPr marL="0" indent="0" algn="l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chemeClr val="bg1"/>
                </a:solidFill>
                <a:latin typeface="맑은 고딕" charset="0"/>
                <a:ea typeface="맑은 고딕" charset="0"/>
              </a:rPr>
              <a:t>- 인적사항</a:t>
            </a:r>
            <a:endParaRPr lang="ko-KR" altLang="en-US" sz="1800" cap="none" dirty="0" smtClean="0" b="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graphicFrame>
        <p:nvGraphicFramePr>
          <p:cNvPr id="13" name="표 12"/>
          <p:cNvGraphicFramePr>
            <a:graphicFrameLocks noGrp="1"/>
          </p:cNvGraphicFramePr>
          <p:nvPr/>
        </p:nvGraphicFramePr>
        <p:xfrm>
          <a:off x="630555" y="1934845"/>
          <a:ext cx="8260080" cy="18237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448435"/>
                <a:gridCol w="1195070"/>
                <a:gridCol w="1426210"/>
                <a:gridCol w="1205230"/>
                <a:gridCol w="2985135"/>
              </a:tblGrid>
              <a:tr h="459740">
                <a:tc rowSpan="4">
                  <a:txBody>
                    <a:bodyPr/>
                    <a:lstStyle/>
                    <a:p>
                      <a:pPr marL="0" indent="0" algn="l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800" kern="1200" dirty="0" smtClean="0" cap="none" b="0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 rotWithShape="1"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tretch>
                        <a:fillRect l="0" t="0" r="0" b="0"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</a:rPr>
                        <a:t>성명</a:t>
                      </a:r>
                      <a:endParaRPr lang="ko-KR" altLang="en-US" sz="1800" kern="1200" dirty="0" smtClean="0" cap="none" b="1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</a:rPr>
                        <a:t>생년월일</a:t>
                      </a:r>
                      <a:endParaRPr lang="ko-KR" altLang="en-US" sz="1800" kern="1200" dirty="0" smtClean="0" cap="none" b="1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</a:rPr>
                        <a:t>성별</a:t>
                      </a:r>
                      <a:endParaRPr lang="ko-KR" altLang="en-US" sz="1800" kern="1200" dirty="0" smtClean="0" cap="none" b="1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</a:rPr>
                        <a:t>주소</a:t>
                      </a:r>
                      <a:endParaRPr lang="ko-KR" altLang="en-US" sz="1800" kern="1200" dirty="0" smtClean="0" cap="none" b="1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4970">
                <a:tc vMerge="1"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endParaRPr lang="ko-KR" altLang="en-US" kern="1200" dirty="0" smtClean="0" cap="none" b="0"/>
                    </a:p>
                  </a:txBody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</a:rPr>
                        <a:t>신준태</a:t>
                      </a:r>
                      <a:endParaRPr lang="ko-KR" altLang="en-US" sz="1400" kern="1200" dirty="0" smtClean="0" cap="none" b="0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</a:rPr>
                        <a:t>1992.08.16</a:t>
                      </a:r>
                      <a:endParaRPr lang="ko-KR" altLang="en-US" sz="1400" kern="1200" dirty="0" smtClean="0" cap="none" b="0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</a:rPr>
                        <a:t>남</a:t>
                      </a:r>
                      <a:endParaRPr lang="ko-KR" altLang="en-US" sz="1400" kern="1200" dirty="0" smtClean="0" cap="none" b="0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</a:rPr>
                        <a:t>서울시 관악구 봉천로 23바길 12</a:t>
                      </a:r>
                      <a:endParaRPr lang="ko-KR" altLang="en-US" sz="1400" kern="1200" dirty="0" smtClean="0" cap="none" b="0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505">
                <a:tc vMerge="1"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endParaRPr lang="ko-KR" altLang="en-US" kern="1200" dirty="0" smtClean="0" cap="none" b="0"/>
                    </a:p>
                  </a:txBody>
                </a:tc>
                <a:tc gridSpan="2"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600" kern="1200" cap="none" dirty="0" smtClean="0" b="1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</a:rPr>
                        <a:t>연락처</a:t>
                      </a:r>
                      <a:endParaRPr lang="ko-KR" altLang="en-US" sz="1600" kern="1200" dirty="0" smtClean="0" cap="none" b="1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endParaRPr lang="ko-KR" altLang="en-US" kern="1200" dirty="0" smtClean="0" cap="none" b="0"/>
                    </a:p>
                  </a:txBody>
                </a:tc>
                <a:tc gridSpan="2"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600" kern="1200" cap="none" dirty="0" smtClean="0" b="1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</a:rPr>
                        <a:t>이메일</a:t>
                      </a:r>
                      <a:endParaRPr lang="ko-KR" altLang="en-US" sz="1600" kern="1200" dirty="0" smtClean="0" cap="none" b="1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endParaRPr lang="ko-KR" altLang="en-US" kern="1200" dirty="0" smtClean="0" cap="none" b="0"/>
                    </a:p>
                  </a:txBody>
                </a:tc>
              </a:tr>
              <a:tr h="484505">
                <a:tc vMerge="1"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endParaRPr lang="ko-KR" altLang="en-US" kern="1200" dirty="0" smtClean="0" cap="none" b="0"/>
                    </a:p>
                  </a:txBody>
                </a:tc>
                <a:tc gridSpan="2"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600" kern="1200" cap="none" dirty="0" smtClean="0" b="0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</a:rPr>
                        <a:t>010-3950-3332</a:t>
                      </a:r>
                      <a:endParaRPr lang="ko-KR" altLang="en-US" sz="1600" kern="1200" dirty="0" smtClean="0" cap="none" b="0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endParaRPr lang="ko-KR" altLang="en-US" kern="1200" dirty="0" smtClean="0" cap="none" b="0"/>
                    </a:p>
                  </a:txBody>
                </a:tc>
                <a:tc gridSpan="2"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600" kern="1200" cap="none" dirty="0" smtClean="0" b="0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</a:rPr>
                        <a:t>wnsxo0816@gmail.com</a:t>
                      </a:r>
                      <a:endParaRPr lang="ko-KR" altLang="en-US" sz="1600" kern="1200" dirty="0" smtClean="0" cap="none" b="0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endParaRPr lang="ko-KR" altLang="en-US" kern="1200" dirty="0" smtClean="0" cap="none" b="0"/>
                    </a:p>
                  </a:txBody>
                </a:tc>
              </a:tr>
            </a:tbl>
          </a:graphicData>
        </a:graphic>
      </p:graphicFrame>
      <p:sp>
        <p:nvSpPr>
          <p:cNvPr id="14" name="텍스트 상자 13"/>
          <p:cNvSpPr txBox="1">
            <a:spLocks/>
          </p:cNvSpPr>
          <p:nvPr/>
        </p:nvSpPr>
        <p:spPr>
          <a:xfrm rot="0">
            <a:off x="299085" y="3877945"/>
            <a:ext cx="1269365" cy="370840"/>
          </a:xfrm>
          <a:prstGeom prst="rect"/>
          <a:noFill/>
          <a:ln w="0">
            <a:noFill/>
            <a:prstDash/>
          </a:ln>
        </p:spPr>
        <p:txBody>
          <a:bodyPr wrap="none" lIns="89535" tIns="46355" rIns="89535" bIns="46355" numCol="1" vert="horz" anchor="t">
            <a:noAutofit/>
          </a:bodyPr>
          <a:lstStyle/>
          <a:p>
            <a:pPr marL="0" indent="0" algn="l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- 학력사항</a:t>
            </a:r>
            <a:endParaRPr lang="ko-KR" altLang="en-US" sz="1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graphicFrame>
        <p:nvGraphicFramePr>
          <p:cNvPr id="15" name="표 14"/>
          <p:cNvGraphicFramePr>
            <a:graphicFrameLocks noGrp="1"/>
          </p:cNvGraphicFramePr>
          <p:nvPr/>
        </p:nvGraphicFramePr>
        <p:xfrm>
          <a:off x="639445" y="4460240"/>
          <a:ext cx="8232140" cy="17894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1585"/>
                <a:gridCol w="1619250"/>
                <a:gridCol w="1483360"/>
                <a:gridCol w="1133475"/>
                <a:gridCol w="1372235"/>
                <a:gridCol w="1372235"/>
              </a:tblGrid>
              <a:tr h="494030"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기간</a:t>
                      </a:r>
                      <a:endParaRPr lang="ko-KR" altLang="en-US" sz="1800" kern="1200" dirty="0" smtClean="0" cap="none" b="1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학교</a:t>
                      </a:r>
                      <a:endParaRPr lang="ko-KR" altLang="en-US" sz="1800" kern="1200" dirty="0" smtClean="0" cap="none" b="1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전공</a:t>
                      </a:r>
                      <a:endParaRPr lang="ko-KR" altLang="en-US" sz="1800" kern="1200" dirty="0" smtClean="0" cap="none" b="1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학점</a:t>
                      </a:r>
                      <a:endParaRPr lang="ko-KR" altLang="en-US" sz="1800" kern="1200" dirty="0" smtClean="0" cap="none" b="1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소재지</a:t>
                      </a:r>
                      <a:endParaRPr lang="ko-KR" altLang="en-US" sz="1800" kern="1200" dirty="0" smtClean="0" cap="none" b="1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구분</a:t>
                      </a:r>
                      <a:endParaRPr lang="ko-KR" altLang="en-US" sz="1800" kern="1200" dirty="0" smtClean="0" cap="none" b="1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2008.03~2011.02</a:t>
                      </a:r>
                      <a:endParaRPr lang="ko-KR" altLang="en-US" sz="1800" kern="1200" dirty="0" smtClean="0" cap="none" b="0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당곡고등학교</a:t>
                      </a:r>
                      <a:endParaRPr lang="ko-KR" altLang="en-US" sz="1800" kern="1200" dirty="0" smtClean="0" cap="none" b="0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인문계</a:t>
                      </a:r>
                      <a:endParaRPr lang="ko-KR" altLang="en-US" sz="1800" kern="1200" dirty="0" smtClean="0" cap="none" b="0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800" kern="1200" dirty="0" smtClean="0" cap="none" b="0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서울</a:t>
                      </a:r>
                      <a:endParaRPr lang="ko-KR" altLang="en-US" sz="1800" kern="1200" dirty="0" smtClean="0" cap="none" b="0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졸업</a:t>
                      </a:r>
                      <a:endParaRPr lang="ko-KR" altLang="en-US" sz="1800" kern="1200" dirty="0" smtClean="0" cap="none" b="0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2011.03~2017.02</a:t>
                      </a:r>
                      <a:endParaRPr lang="ko-KR" altLang="en-US" sz="1800" kern="1200" dirty="0" smtClean="0" cap="none" b="0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숭실대학교</a:t>
                      </a:r>
                      <a:endParaRPr lang="ko-KR" altLang="en-US" sz="1800" kern="1200" dirty="0" smtClean="0" cap="none" b="0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컴퓨터학부</a:t>
                      </a:r>
                      <a:endParaRPr lang="ko-KR" altLang="en-US" sz="1800" kern="1200" dirty="0" smtClean="0" cap="none" b="0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3.67/4.5</a:t>
                      </a:r>
                      <a:endParaRPr lang="ko-KR" altLang="en-US" sz="1800" kern="1200" dirty="0" smtClean="0" cap="none" b="0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서울</a:t>
                      </a:r>
                      <a:endParaRPr lang="ko-KR" altLang="en-US" sz="1800" kern="1200" dirty="0" smtClean="0" cap="none" b="0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졸업</a:t>
                      </a:r>
                      <a:endParaRPr lang="ko-KR" altLang="en-US" sz="1800" kern="1200" dirty="0" smtClean="0" cap="none" b="0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직사각형 15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2</a:t>
            </a:fld>
            <a:endParaRPr lang="ko-KR" altLang="en-US" sz="900" cap="none" dirty="0" smtClean="0" b="0">
              <a:gradFill rotWithShape="1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/>
              </a:gradFill>
              <a:latin typeface="나눔고딕" charset="0"/>
              <a:ea typeface="나눔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텍스트 개체 틀 4"/>
          <p:cNvSpPr txBox="1">
            <a:spLocks/>
          </p:cNvSpPr>
          <p:nvPr>
            <p:ph type="ctrTitle" idx="13"/>
          </p:nvPr>
        </p:nvSpPr>
        <p:spPr>
          <a:xfrm rot="0">
            <a:off x="198120" y="182245"/>
            <a:ext cx="7773035" cy="1028700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Activity</a:t>
            </a:r>
            <a:endParaRPr lang="ko-KR" altLang="en-US" sz="45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6" name="직선 연결선 5"/>
          <p:cNvCxnSpPr/>
          <p:nvPr/>
        </p:nvCxnSpPr>
        <p:spPr>
          <a:xfrm rot="0">
            <a:off x="22225" y="1242060"/>
            <a:ext cx="923925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텍스트 상자 6"/>
          <p:cNvSpPr txBox="1">
            <a:spLocks/>
          </p:cNvSpPr>
          <p:nvPr/>
        </p:nvSpPr>
        <p:spPr>
          <a:xfrm rot="0">
            <a:off x="815975" y="2027555"/>
            <a:ext cx="318770" cy="389890"/>
          </a:xfrm>
          <a:prstGeom prst="rect"/>
          <a:noFill/>
          <a:ln w="0">
            <a:noFill/>
            <a:prstDash/>
          </a:ln>
        </p:spPr>
        <p:txBody>
          <a:bodyPr wrap="none" lIns="89535" tIns="46355" rIns="89535" bIns="46355" vert="horz" anchor="t">
            <a:noAutofit/>
          </a:bodyPr>
          <a:lstStyle/>
          <a:p>
            <a:pPr marL="0" indent="0" algn="l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endParaRPr lang="ko-KR" altLang="en-US" sz="1800" cap="none" dirty="0" smtClean="0" b="0">
              <a:latin typeface="맑은 고딕" charset="0"/>
              <a:ea typeface="맑은 고딕" charset="0"/>
            </a:endParaRPr>
          </a:p>
        </p:txBody>
      </p:sp>
      <p:sp>
        <p:nvSpPr>
          <p:cNvPr id="8" name="텍스트 상자 7"/>
          <p:cNvSpPr txBox="1">
            <a:spLocks/>
          </p:cNvSpPr>
          <p:nvPr/>
        </p:nvSpPr>
        <p:spPr>
          <a:xfrm rot="0">
            <a:off x="307975" y="1454785"/>
            <a:ext cx="8537575" cy="410845"/>
          </a:xfrm>
          <a:prstGeom prst="rect"/>
          <a:noFill/>
          <a:ln w="0">
            <a:noFill/>
            <a:prstDash/>
          </a:ln>
        </p:spPr>
        <p:txBody>
          <a:bodyPr wrap="square" lIns="89535" tIns="46355" rIns="89535" bIns="46355" numCol="1" vert="horz" anchor="t">
            <a:noAutofit/>
          </a:bodyPr>
          <a:lstStyle/>
          <a:p>
            <a:pPr marL="0" indent="0" algn="l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ln w="0" cap="flat" cmpd="sng">
                  <a:noFill/>
                  <a:prstDash/>
                </a:ln>
                <a:solidFill>
                  <a:srgbClr val="FFFFFF"/>
                </a:solidFill>
                <a:latin typeface="맑은 고딕" charset="0"/>
                <a:ea typeface="맑은 고딕" charset="0"/>
              </a:rPr>
              <a:t>- 경력사항</a:t>
            </a:r>
            <a:endParaRPr lang="ko-KR" altLang="en-US" sz="1800" cap="none" dirty="0" smtClean="0" b="0">
              <a:ln w="0" cap="flat" cmpd="sng">
                <a:noFill/>
                <a:prstDash/>
              </a:ln>
              <a:solidFill>
                <a:srgbClr val="FFFFFF"/>
              </a:solidFill>
              <a:latin typeface="맑은 고딕" charset="0"/>
              <a:ea typeface="맑은 고딕" charset="0"/>
            </a:endParaRPr>
          </a:p>
          <a:p>
            <a:pPr marL="0" indent="0" algn="l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endParaRPr lang="ko-KR" altLang="en-US" sz="1800" cap="none" dirty="0" smtClean="0" b="0">
              <a:ln w="0" cap="flat" cmpd="sng">
                <a:noFill/>
                <a:prstDash/>
              </a:ln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/>
        </p:nvGraphicFramePr>
        <p:xfrm>
          <a:off x="653415" y="1929765"/>
          <a:ext cx="7851775" cy="96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785"/>
                <a:gridCol w="1962785"/>
                <a:gridCol w="2550795"/>
                <a:gridCol w="1375410"/>
              </a:tblGrid>
              <a:tr h="482600"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근무시간</a:t>
                      </a:r>
                      <a:endParaRPr lang="ko-KR" altLang="en-US" sz="1800" kern="1200" dirty="0" smtClean="0" cap="none" b="1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회사명</a:t>
                      </a:r>
                      <a:endParaRPr lang="ko-KR" altLang="en-US" sz="1800" kern="1200" dirty="0" smtClean="0" cap="none" b="1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직무</a:t>
                      </a:r>
                      <a:endParaRPr lang="ko-KR" altLang="en-US" sz="1800" kern="1200" dirty="0" smtClean="0" cap="none" b="1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비고</a:t>
                      </a:r>
                      <a:endParaRPr lang="ko-KR" altLang="en-US" sz="1800" kern="1200" dirty="0" smtClean="0" cap="none" b="1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2017.01~2017.04</a:t>
                      </a:r>
                      <a:endParaRPr lang="ko-KR" altLang="en-US" sz="1800" kern="1200" dirty="0" smtClean="0" cap="none" b="0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화인스텍</a:t>
                      </a:r>
                      <a:endParaRPr lang="ko-KR" altLang="en-US" sz="1800" kern="1200" dirty="0" smtClean="0" cap="none" b="0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기술지원 엔지니어</a:t>
                      </a:r>
                      <a:endParaRPr lang="ko-KR" altLang="en-US" sz="1800" kern="1200" dirty="0" smtClean="0" cap="none" b="0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800" kern="1200" dirty="0" smtClean="0" cap="none" b="0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텍스트 상자 9"/>
          <p:cNvSpPr txBox="1">
            <a:spLocks/>
          </p:cNvSpPr>
          <p:nvPr/>
        </p:nvSpPr>
        <p:spPr>
          <a:xfrm rot="0">
            <a:off x="311150" y="3204845"/>
            <a:ext cx="1887855" cy="370840"/>
          </a:xfrm>
          <a:prstGeom prst="rect"/>
          <a:noFill/>
          <a:ln w="0">
            <a:noFill/>
            <a:prstDash/>
          </a:ln>
        </p:spPr>
        <p:txBody>
          <a:bodyPr wrap="none" lIns="89535" tIns="46355" rIns="89535" bIns="46355" numCol="1" vert="horz" anchor="t">
            <a:noAutofit/>
          </a:bodyPr>
          <a:lstStyle/>
          <a:p>
            <a:pPr marL="0" indent="0" algn="l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- 자격 취득 사항</a:t>
            </a:r>
            <a:endParaRPr lang="ko-KR" altLang="en-US" sz="1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graphicFrame>
        <p:nvGraphicFramePr>
          <p:cNvPr id="11" name="표 10"/>
          <p:cNvGraphicFramePr>
            <a:graphicFrameLocks noGrp="1"/>
          </p:cNvGraphicFramePr>
          <p:nvPr/>
        </p:nvGraphicFramePr>
        <p:xfrm>
          <a:off x="670560" y="3667125"/>
          <a:ext cx="7851775" cy="96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785"/>
                <a:gridCol w="1962785"/>
                <a:gridCol w="2550795"/>
                <a:gridCol w="1375410"/>
              </a:tblGrid>
              <a:tr h="482600">
                <a:tc>
                  <a:txBody>
                    <a:bodyPr/>
                    <a:lstStyle/>
                    <a:p>
                      <a:pPr marL="0" indent="0" algn="ctr" fontAlgn="auto" defTabSz="5080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취득일</a:t>
                      </a:r>
                      <a:endParaRPr lang="ko-KR" altLang="en-US" sz="1800" kern="1200" dirty="0" smtClean="0" cap="none" b="1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자격증명</a:t>
                      </a:r>
                      <a:endParaRPr lang="ko-KR" altLang="en-US" sz="1800" kern="1200" dirty="0" smtClean="0" cap="none" b="1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시험점수(등급)</a:t>
                      </a:r>
                      <a:endParaRPr lang="ko-KR" altLang="en-US" sz="1800" kern="1200" dirty="0" smtClean="0" cap="none" b="1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비고</a:t>
                      </a:r>
                      <a:endParaRPr lang="ko-KR" altLang="en-US" sz="1800" kern="1200" dirty="0" smtClean="0" cap="none" b="1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marL="0" indent="0" algn="ctr" fontAlgn="auto" defTabSz="5080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2016.04.10</a:t>
                      </a:r>
                      <a:endParaRPr lang="ko-KR" altLang="en-US" sz="18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TOEIC</a:t>
                      </a:r>
                      <a:endParaRPr lang="ko-KR" altLang="en-US" sz="18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665점</a:t>
                      </a:r>
                      <a:endParaRPr lang="ko-KR" altLang="en-US" sz="18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8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텍스트 상자 11"/>
          <p:cNvSpPr txBox="1">
            <a:spLocks/>
          </p:cNvSpPr>
          <p:nvPr/>
        </p:nvSpPr>
        <p:spPr>
          <a:xfrm rot="0">
            <a:off x="311785" y="4893945"/>
            <a:ext cx="1887855" cy="370840"/>
          </a:xfrm>
          <a:prstGeom prst="rect"/>
          <a:noFill/>
          <a:ln w="0">
            <a:noFill/>
            <a:prstDash/>
          </a:ln>
        </p:spPr>
        <p:txBody>
          <a:bodyPr wrap="none" lIns="89535" tIns="46355" rIns="89535" bIns="46355" vert="horz" anchor="t">
            <a:noAutofit/>
          </a:bodyPr>
          <a:lstStyle/>
          <a:p>
            <a:pPr marL="0" indent="0" algn="l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- 교육 사항</a:t>
            </a:r>
            <a:endParaRPr lang="ko-KR" altLang="en-US" sz="1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graphicFrame>
        <p:nvGraphicFramePr>
          <p:cNvPr id="13" name="표 12"/>
          <p:cNvGraphicFramePr>
            <a:graphicFrameLocks noGrp="1"/>
          </p:cNvGraphicFramePr>
          <p:nvPr/>
        </p:nvGraphicFramePr>
        <p:xfrm>
          <a:off x="683260" y="5403215"/>
          <a:ext cx="7851775" cy="1158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785"/>
                <a:gridCol w="2890520"/>
                <a:gridCol w="1841500"/>
                <a:gridCol w="1156970"/>
              </a:tblGrid>
              <a:tr h="482600">
                <a:tc>
                  <a:txBody>
                    <a:bodyPr/>
                    <a:lstStyle/>
                    <a:p>
                      <a:pPr marL="0" indent="0" algn="ctr" fontAlgn="auto" defTabSz="5080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기간</a:t>
                      </a:r>
                      <a:endParaRPr lang="ko-KR" altLang="en-US" sz="1800" kern="1200" dirty="0" smtClean="0" cap="none" b="1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교육과정</a:t>
                      </a:r>
                      <a:endParaRPr lang="ko-KR" altLang="en-US" sz="1800" kern="1200" dirty="0" smtClean="0" cap="none" b="1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교육기관</a:t>
                      </a:r>
                      <a:endParaRPr lang="ko-KR" altLang="en-US" sz="1800" kern="1200" dirty="0" smtClean="0" cap="none" b="1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1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비고</a:t>
                      </a:r>
                      <a:endParaRPr lang="ko-KR" altLang="en-US" sz="1800" kern="1200" dirty="0" smtClean="0" cap="none" b="1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pPr marL="0" indent="0" algn="ctr" fontAlgn="auto" defTabSz="5080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2017.05.22~</a:t>
                      </a:r>
                      <a:endParaRPr lang="ko-KR" altLang="en-US" sz="18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  <a:p>
                      <a:pPr marL="0" indent="0" algn="ctr" fontAlgn="auto" defTabSz="5080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2017.11.21</a:t>
                      </a:r>
                      <a:endParaRPr lang="ko-KR" altLang="en-US" sz="18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응용SW 개발자 양성과정</a:t>
                      </a:r>
                      <a:endParaRPr lang="ko-KR" altLang="en-US" sz="18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한국소프트웨어 인재개발원</a:t>
                      </a:r>
                      <a:endParaRPr lang="ko-KR" altLang="en-US" sz="18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수료예정</a:t>
                      </a:r>
                      <a:endParaRPr lang="ko-KR" altLang="en-US" sz="18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직사각형 13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3</a:t>
            </a:fld>
            <a:endParaRPr lang="ko-KR" altLang="en-US" sz="900" cap="none" dirty="0" smtClean="0" b="0">
              <a:gradFill rotWithShape="1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/>
              </a:gradFill>
              <a:latin typeface="나눔고딕" charset="0"/>
              <a:ea typeface="나눔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73"/>
          <p:cNvSpPr txBox="1">
            <a:spLocks/>
          </p:cNvSpPr>
          <p:nvPr/>
        </p:nvSpPr>
        <p:spPr>
          <a:xfrm rot="0">
            <a:off x="892175" y="2273935"/>
            <a:ext cx="2956560" cy="46101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2400" cap="none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1.  RemoteProject</a:t>
            </a:r>
            <a:endParaRPr lang="ko-KR" altLang="en-US" sz="24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5" name="텍스트 개체 틀 74"/>
          <p:cNvSpPr txBox="1">
            <a:spLocks/>
          </p:cNvSpPr>
          <p:nvPr>
            <p:ph type="ctrTitle" idx="14"/>
          </p:nvPr>
        </p:nvSpPr>
        <p:spPr>
          <a:xfrm rot="0">
            <a:off x="198120" y="182245"/>
            <a:ext cx="7773670" cy="1029335"/>
          </a:xfrm>
          <a:prstGeom prst="rect"/>
        </p:spPr>
        <p:txBody>
          <a:bodyPr wrap="square" lIns="91440" tIns="45720" rIns="91440" bIns="45720" numCol="1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45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PROJECT</a:t>
            </a:r>
            <a:endParaRPr lang="ko-KR" altLang="en-US" sz="45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6" name="TextBox 75"/>
          <p:cNvSpPr txBox="1">
            <a:spLocks/>
          </p:cNvSpPr>
          <p:nvPr/>
        </p:nvSpPr>
        <p:spPr>
          <a:xfrm rot="0">
            <a:off x="892810" y="4092575"/>
            <a:ext cx="2956560" cy="461010"/>
          </a:xfrm>
          <a:prstGeom prst="rect"/>
          <a:noFill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2400" cap="none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2.  Empty Bottle</a:t>
            </a:r>
            <a:endParaRPr lang="ko-KR" altLang="en-US" sz="24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7" name="직사각형 76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4</a:t>
            </a:fld>
            <a:endParaRPr lang="ko-KR" altLang="en-US" sz="900" cap="none" dirty="0" smtClean="0" b="0">
              <a:gradFill rotWithShape="1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/>
              </a:gradFill>
              <a:latin typeface="나눔고딕" charset="0"/>
              <a:ea typeface="나눔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/>
          <p:cNvSpPr txBox="1"/>
          <p:nvPr/>
        </p:nvSpPr>
        <p:spPr>
          <a:xfrm>
            <a:off x="2300605" y="836295"/>
            <a:ext cx="3313430" cy="339090"/>
          </a:xfrm>
          <a:prstGeom prst="rect">
            <a:avLst/>
          </a:prstGeom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dirty="0" smtClean="0" b="1">
                <a:gradFill rotWithShape="1">
                  <a:gsLst>
                    <a:gs pos="0">
                      <a:srgbClr val="00B0F0"/>
                    </a:gs>
                    <a:gs pos="100000">
                      <a:srgbClr val="00B0F0"/>
                    </a:gs>
                  </a:gsLst>
                  <a:lin ang="5400000"/>
                </a:gradFill>
                <a:latin typeface="맑은 고딕" charset="0"/>
                <a:ea typeface="맑은 고딕" charset="0"/>
              </a:rPr>
              <a:t>Project 1</a:t>
            </a:r>
            <a:endParaRPr lang="ko-KR" altLang="en-US" sz="1600" cap="none" dirty="0" smtClean="0" b="1">
              <a:gradFill rotWithShape="1">
                <a:gsLst>
                  <a:gs pos="0">
                    <a:srgbClr val="00B0F0"/>
                  </a:gs>
                  <a:gs pos="100000">
                    <a:srgbClr val="00B0F0"/>
                  </a:gs>
                </a:gsLst>
                <a:lin ang="5400000"/>
              </a:gradFill>
              <a:latin typeface="맑은 고딕" charset="0"/>
              <a:ea typeface="맑은 고딕" charset="0"/>
            </a:endParaRPr>
          </a:p>
        </p:txBody>
      </p:sp>
      <p:sp>
        <p:nvSpPr>
          <p:cNvPr id="5" name="제목 4"/>
          <p:cNvSpPr txBox="1">
            <a:spLocks/>
          </p:cNvSpPr>
          <p:nvPr>
            <p:ph type="ctrTitle"/>
          </p:nvPr>
        </p:nvSpPr>
        <p:spPr>
          <a:xfrm rot="0">
            <a:off x="2272030" y="1299210"/>
            <a:ext cx="6548755" cy="1470660"/>
          </a:xfrm>
          <a:prstGeom prst="rect"/>
        </p:spPr>
        <p:txBody>
          <a:bodyPr wrap="square" lIns="91440" tIns="45720" rIns="91440" bIns="45720" numCol="1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3800" cap="none" spc="-90" dirty="0" smtClean="0" b="0">
                <a:latin typeface="맑은 고딕" charset="0"/>
                <a:ea typeface="맑은 고딕" charset="0"/>
              </a:rPr>
              <a:t>RemoteProject :</a:t>
            </a:r>
            <a:r>
              <a:rPr lang="en-US" altLang="ko-KR" sz="3800" cap="none" spc="-90" dirty="0" smtClean="0" b="0">
                <a:latin typeface="맑은 고딕" charset="0"/>
                <a:ea typeface="맑은 고딕" charset="0"/>
              </a:rPr>
              <a:t/>
            </a:r>
            <a:br>
              <a:rPr lang="en-US" altLang="ko-KR" sz="3800" cap="none" spc="-90" dirty="0" smtClean="0" b="0">
                <a:latin typeface="맑은 고딕" charset="0"/>
                <a:ea typeface="맑은 고딕" charset="0"/>
              </a:rPr>
            </a:br>
            <a:r>
              <a:rPr lang="en-US" altLang="ko-KR" sz="3800" cap="none" spc="-90" dirty="0" smtClean="0" b="0">
                <a:latin typeface="맑은 고딕" charset="0"/>
                <a:ea typeface="맑은 고딕" charset="0"/>
              </a:rPr>
              <a:t>소켓통신을 활용한 PC제어</a:t>
            </a:r>
            <a:endParaRPr lang="ko-KR" altLang="en-US" sz="3800" cap="none" dirty="0" smtClean="0" b="0">
              <a:latin typeface="맑은 고딕" charset="0"/>
              <a:ea typeface="맑은 고딕" charset="0"/>
            </a:endParaRPr>
          </a:p>
        </p:txBody>
      </p:sp>
      <p:sp>
        <p:nvSpPr>
          <p:cNvPr id="35" name="직사각형 34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5</a:t>
            </a:fld>
            <a:endParaRPr lang="ko-KR" altLang="en-US" sz="900" cap="none" dirty="0" smtClean="0" b="0">
              <a:gradFill rotWithShape="1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/>
              </a:gradFill>
              <a:latin typeface="나눔고딕" charset="0"/>
              <a:ea typeface="나눔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2301875" y="938530"/>
            <a:ext cx="2592705" cy="368935"/>
          </a:xfrm>
          <a:prstGeom prst="rect">
            <a:avLst/>
          </a:prstGeom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개요</a:t>
            </a:r>
            <a:endParaRPr lang="ko-KR" altLang="en-US" sz="18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8" name="직사각형 17"/>
          <p:cNvSpPr>
            <a:spLocks/>
          </p:cNvSpPr>
          <p:nvPr/>
        </p:nvSpPr>
        <p:spPr>
          <a:xfrm rot="0">
            <a:off x="2318385" y="1287780"/>
            <a:ext cx="4321175" cy="937260"/>
          </a:xfrm>
          <a:prstGeom prst="rect"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 fontAlgn="auto" defTabSz="914400" ea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000" cap="none" dirty="0" smtClean="0" b="0">
                <a:solidFill>
                  <a:schemeClr val="bg1"/>
                </a:solidFill>
                <a:latin typeface="맑은 고딕" charset="0"/>
                <a:ea typeface="맑은 고딕" charset="0"/>
              </a:rPr>
              <a:t>이전 직장에서 팀뷰어를 사용했었는데 채팅기능의 접근성이 낮은건지 제어하는 PC의 메모장을 이용해서 대화하는것을 보고 이를 개선해 보고싶었다. JAVA를 사용하여 프로그램을 개발했다.</a:t>
            </a:r>
            <a:endParaRPr lang="ko-KR" altLang="en-US" sz="1000" cap="none" dirty="0" smtClean="0" b="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endParaRPr lang="ko-KR" altLang="en-US" sz="1000" cap="none" dirty="0" smtClean="0" b="0">
              <a:solidFill>
                <a:schemeClr val="bg1"/>
              </a:solidFill>
              <a:latin typeface="나눔고딕" charset="0"/>
              <a:ea typeface="나눔고딕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319655" y="2424430"/>
            <a:ext cx="3456940" cy="368935"/>
          </a:xfrm>
          <a:prstGeom prst="rect">
            <a:avLst/>
          </a:prstGeom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적용 기술</a:t>
            </a:r>
            <a:endParaRPr lang="ko-KR" altLang="en-US" sz="18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2406650" y="2780665"/>
            <a:ext cx="5761355" cy="322580"/>
          </a:xfrm>
          <a:prstGeom prst="rect">
            <a:avLst/>
          </a:prstGeom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 fontAlgn="auto" defTabSz="914400" ea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endParaRPr lang="ko-KR" altLang="en-US" sz="1000" cap="none" dirty="0" smtClean="0" b="0">
              <a:solidFill>
                <a:schemeClr val="bg1"/>
              </a:solidFill>
              <a:latin typeface="나눔고딕" charset="0"/>
              <a:ea typeface="나눔고딕" charset="0"/>
            </a:endParaRPr>
          </a:p>
        </p:txBody>
      </p:sp>
      <p:sp>
        <p:nvSpPr>
          <p:cNvPr id="65" name="직사각형 64"/>
          <p:cNvSpPr/>
          <p:nvPr/>
        </p:nvSpPr>
        <p:spPr>
          <a:xfrm>
            <a:off x="309880" y="241300"/>
            <a:ext cx="443230" cy="307340"/>
          </a:xfrm>
          <a:prstGeom prst="rect">
            <a:avLst/>
          </a:prstGeom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spc="-50" dirty="0" smtClean="0" b="1">
                <a:solidFill>
                  <a:schemeClr val="bg1"/>
                </a:solidFill>
                <a:latin typeface="맑은 고딕" charset="0"/>
                <a:ea typeface="맑은 고딕" charset="0"/>
              </a:rPr>
              <a:t>1-1</a:t>
            </a:r>
            <a:endParaRPr lang="ko-KR" altLang="en-US" sz="1400" cap="none" dirty="0" smtClean="0" b="1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14" name="직선 연결선 13"/>
          <p:cNvCxnSpPr/>
          <p:nvPr/>
        </p:nvCxnSpPr>
        <p:spPr>
          <a:xfrm>
            <a:off x="424180" y="541020"/>
            <a:ext cx="1909445" cy="0"/>
          </a:xfrm>
          <a:prstGeom prst="line">
            <a:avLst/>
          </a:prstGeom>
          <a:ln w="31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/>
          <p:cNvCxnSpPr/>
          <p:nvPr/>
        </p:nvCxnSpPr>
        <p:spPr>
          <a:xfrm flipV="1">
            <a:off x="2411730" y="539750"/>
            <a:ext cx="6311265" cy="1270"/>
          </a:xfrm>
          <a:prstGeom prst="line">
            <a:avLst/>
          </a:prstGeom>
          <a:ln w="31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/>
          <p:cNvSpPr/>
          <p:nvPr/>
        </p:nvSpPr>
        <p:spPr>
          <a:xfrm>
            <a:off x="8637270" y="6337935"/>
            <a:ext cx="255270" cy="23114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r"/>
            <a:fld id="{DEBAA755-0EE0-4EA3-BB8B-A4BF44186FB1}" type="slidenum">
              <a:rPr lang="en-US" altLang="ko-KR" sz="900" smtClean="0"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5400000" scaled="0"/>
                </a:gradFill>
                <a:latin typeface="나눔고딕" pitchFamily="50" charset="-127"/>
                <a:ea typeface="나눔고딕" pitchFamily="50" charset="-127"/>
              </a:rPr>
              <a:pPr lvl="0" algn="r"/>
              <a:t>5</a:t>
            </a:fld>
            <a:endParaRPr lang="ko-KR" altLang="en-US" sz="900" dirty="0">
              <a:gradFill>
                <a:gsLst>
                  <a:gs pos="0">
                    <a:prstClr val="white"/>
                  </a:gs>
                  <a:gs pos="100000">
                    <a:prstClr val="white"/>
                  </a:gs>
                </a:gsLst>
                <a:lin ang="5400000" scaled="0"/>
              </a:gradFill>
            </a:endParaRPr>
          </a:p>
        </p:txBody>
      </p:sp>
      <p:sp>
        <p:nvSpPr>
          <p:cNvPr id="13" name="제목 12"/>
          <p:cNvSpPr>
            <a:spLocks noGrp="1"/>
          </p:cNvSpPr>
          <p:nvPr>
            <p:ph type="ctrTitle"/>
          </p:nvPr>
        </p:nvSpPr>
        <p:spPr>
          <a:xfrm>
            <a:off x="321310" y="935355"/>
            <a:ext cx="2014855" cy="1470660"/>
          </a:xfrm>
        </p:spPr>
        <p:txBody>
          <a:bodyPr wrap="square" lIns="91440" tIns="45720" rIns="91440" bIns="45720" numCol="1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50" dirty="0" smtClean="0" b="1">
                <a:latin typeface="맑은 고딕" charset="0"/>
                <a:ea typeface="맑은 고딕" charset="0"/>
              </a:rPr>
              <a:t>RemoteProject </a:t>
            </a:r>
            <a:endParaRPr lang="ko-KR" altLang="en-US" sz="1800" cap="none" dirty="0" smtClean="0" b="1">
              <a:latin typeface="맑은 고딕" charset="0"/>
              <a:ea typeface="맑은 고딕" charset="0"/>
            </a:endParaRPr>
          </a:p>
        </p:txBody>
      </p:sp>
      <p:graphicFrame>
        <p:nvGraphicFramePr>
          <p:cNvPr id="66" name="표 65"/>
          <p:cNvGraphicFramePr>
            <a:graphicFrameLocks noGrp="1"/>
          </p:cNvGraphicFramePr>
          <p:nvPr/>
        </p:nvGraphicFramePr>
        <p:xfrm>
          <a:off x="2406015" y="2944495"/>
          <a:ext cx="6099810" cy="22739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12240"/>
                <a:gridCol w="4687570"/>
              </a:tblGrid>
              <a:tr h="730885"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600" kern="1200" cap="none" dirty="0" smtClean="0" b="1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개발 언어</a:t>
                      </a:r>
                      <a:endParaRPr lang="ko-KR" altLang="en-US" sz="1600" kern="1200" dirty="0" smtClean="0" cap="none" b="1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600" kern="1200" cap="none" dirty="0" smtClean="0" b="0">
                          <a:solidFill>
                            <a:schemeClr val="tx1"/>
                          </a:solidFill>
                          <a:latin typeface="맑은 고딕" charset="0"/>
                          <a:ea typeface="맑은 고딕" charset="0"/>
                        </a:rPr>
                        <a:t>JAVA</a:t>
                      </a:r>
                      <a:endParaRPr lang="ko-KR" altLang="en-US" sz="1600" kern="1200" dirty="0" smtClean="0" cap="none" b="0">
                        <a:solidFill>
                          <a:schemeClr val="tx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600" kern="1200" cap="none" dirty="0" smtClean="0" b="1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</a:rPr>
                        <a:t>개발 도구</a:t>
                      </a:r>
                      <a:endParaRPr lang="ko-KR" altLang="en-US" sz="1600" kern="1200" dirty="0" smtClean="0" cap="none" b="1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600" kern="1200" cap="none" dirty="0" smtClean="0" b="0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</a:rPr>
                        <a:t>Eclipse</a:t>
                      </a:r>
                      <a:endParaRPr lang="ko-KR" altLang="en-US" sz="1600" kern="1200" dirty="0" smtClean="0" cap="none" b="0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600" kern="1200" cap="none" dirty="0" smtClean="0" b="1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</a:rPr>
                        <a:t>개발 환경</a:t>
                      </a:r>
                      <a:endParaRPr lang="ko-KR" altLang="en-US" sz="1600" kern="1200" dirty="0" smtClean="0" cap="none" b="1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 defTabSz="5080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600" kern="1200" cap="none" dirty="0" smtClean="0" b="0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</a:rPr>
                        <a:t>Windows10</a:t>
                      </a:r>
                      <a:endParaRPr lang="ko-KR" altLang="en-US" sz="1600" kern="1200" dirty="0" smtClean="0" cap="none" b="0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0170" marR="90170" marT="46990" marB="46990" anchor="ctr">
                    <a:lnL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>
            <a:spLocks/>
          </p:cNvSpPr>
          <p:nvPr/>
        </p:nvSpPr>
        <p:spPr>
          <a:xfrm rot="0">
            <a:off x="2301875" y="938530"/>
            <a:ext cx="2592705" cy="368935"/>
          </a:xfrm>
          <a:prstGeom prst="rect"/>
          <a:noFill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구조도</a:t>
            </a:r>
            <a:endParaRPr lang="ko-KR" altLang="en-US" sz="18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35" name="직사각형 34"/>
          <p:cNvSpPr>
            <a:spLocks/>
          </p:cNvSpPr>
          <p:nvPr/>
        </p:nvSpPr>
        <p:spPr>
          <a:xfrm rot="0">
            <a:off x="2406650" y="2780665"/>
            <a:ext cx="5761355" cy="322580"/>
          </a:xfrm>
          <a:prstGeom prst="rect"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endParaRPr lang="ko-KR" altLang="en-US" sz="1000" cap="none" dirty="0" smtClean="0" b="0">
              <a:solidFill>
                <a:srgbClr val="FFFFFF"/>
              </a:solidFill>
              <a:latin typeface="나눔고딕" charset="0"/>
              <a:ea typeface="나눔고딕" charset="0"/>
            </a:endParaRPr>
          </a:p>
        </p:txBody>
      </p:sp>
      <p:sp>
        <p:nvSpPr>
          <p:cNvPr id="65" name="직사각형 64"/>
          <p:cNvSpPr>
            <a:spLocks/>
          </p:cNvSpPr>
          <p:nvPr/>
        </p:nvSpPr>
        <p:spPr>
          <a:xfrm rot="0">
            <a:off x="309880" y="241300"/>
            <a:ext cx="443230" cy="30734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1-2</a:t>
            </a:r>
            <a:endParaRPr lang="ko-KR" altLang="en-US" sz="14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14" name="직선 연결선 13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7</a:t>
            </a:fld>
            <a:endParaRPr lang="ko-KR" altLang="en-US" sz="900" cap="none" dirty="0" smtClean="0" b="0">
              <a:gradFill rotWithShape="1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/>
              </a:gradFill>
              <a:latin typeface="나눔고딕" charset="0"/>
              <a:ea typeface="나눔고딕" charset="0"/>
            </a:endParaRPr>
          </a:p>
        </p:txBody>
      </p:sp>
      <p:sp>
        <p:nvSpPr>
          <p:cNvPr id="13" name="텍스트 개체 틀 12"/>
          <p:cNvSpPr txBox="1">
            <a:spLocks/>
          </p:cNvSpPr>
          <p:nvPr>
            <p:ph type="ctrTitle"/>
          </p:nvPr>
        </p:nvSpPr>
        <p:spPr>
          <a:xfrm rot="0">
            <a:off x="321310" y="935355"/>
            <a:ext cx="2014855" cy="1470660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RemoteProject </a:t>
            </a:r>
            <a:endParaRPr lang="ko-KR" altLang="en-US" sz="18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6" name="도형 65"/>
          <p:cNvSpPr>
            <a:spLocks/>
          </p:cNvSpPr>
          <p:nvPr/>
        </p:nvSpPr>
        <p:spPr>
          <a:xfrm rot="0">
            <a:off x="2406015" y="1424940"/>
            <a:ext cx="6092825" cy="5063490"/>
          </a:xfrm>
          <a:prstGeom prst="rect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endParaRPr lang="ko-KR" altLang="en-US" sz="1800" cap="none" dirty="0" smtClean="0" b="0">
              <a:latin typeface="맑은 고딕" charset="0"/>
              <a:ea typeface="맑은 고딕" charset="0"/>
            </a:endParaRPr>
          </a:p>
        </p:txBody>
      </p:sp>
      <p:sp>
        <p:nvSpPr>
          <p:cNvPr id="67" name="도형 66"/>
          <p:cNvSpPr>
            <a:spLocks/>
          </p:cNvSpPr>
          <p:nvPr/>
        </p:nvSpPr>
        <p:spPr>
          <a:xfrm rot="0">
            <a:off x="2776855" y="2238375"/>
            <a:ext cx="1532890" cy="3519805"/>
          </a:xfrm>
          <a:prstGeom prst="rect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endParaRPr lang="ko-KR" altLang="en-US" sz="1800" cap="none" dirty="0" smtClean="0" b="0">
              <a:latin typeface="맑은 고딕" charset="0"/>
              <a:ea typeface="맑은 고딕" charset="0"/>
            </a:endParaRPr>
          </a:p>
        </p:txBody>
      </p:sp>
      <p:sp>
        <p:nvSpPr>
          <p:cNvPr id="68" name="도형 67"/>
          <p:cNvSpPr>
            <a:spLocks/>
          </p:cNvSpPr>
          <p:nvPr/>
        </p:nvSpPr>
        <p:spPr>
          <a:xfrm rot="0">
            <a:off x="6523355" y="2238375"/>
            <a:ext cx="1640205" cy="3531870"/>
          </a:xfrm>
          <a:prstGeom prst="rect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endParaRPr lang="ko-KR" altLang="en-US" sz="1800" cap="none" dirty="0" smtClean="0" b="0">
              <a:latin typeface="맑은 고딕" charset="0"/>
              <a:ea typeface="맑은 고딕" charset="0"/>
            </a:endParaRPr>
          </a:p>
        </p:txBody>
      </p:sp>
      <p:sp>
        <p:nvSpPr>
          <p:cNvPr id="69" name="텍스트 상자 68"/>
          <p:cNvSpPr txBox="1">
            <a:spLocks/>
          </p:cNvSpPr>
          <p:nvPr/>
        </p:nvSpPr>
        <p:spPr>
          <a:xfrm rot="0">
            <a:off x="3039745" y="2406015"/>
            <a:ext cx="1105535" cy="308610"/>
          </a:xfrm>
          <a:prstGeom prst="rect"/>
          <a:noFill/>
          <a:ln w="0">
            <a:noFill/>
            <a:prstDash/>
          </a:ln>
        </p:spPr>
        <p:txBody>
          <a:bodyPr wrap="none" lIns="89535" tIns="46355" rIns="89535" bIns="46355" vert="horz" anchor="t">
            <a:noAutofit/>
          </a:bodyPr>
          <a:lstStyle/>
          <a:p>
            <a:pPr marL="0" indent="0" algn="l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dirty="0" smtClean="0" b="0">
                <a:latin typeface="맑은 고딕" charset="0"/>
                <a:ea typeface="맑은 고딕" charset="0"/>
              </a:rPr>
              <a:t>제어하는PC</a:t>
            </a:r>
            <a:endParaRPr lang="ko-KR" altLang="en-US" sz="1400" cap="none" dirty="0" smtClean="0" b="0">
              <a:latin typeface="맑은 고딕" charset="0"/>
              <a:ea typeface="맑은 고딕" charset="0"/>
            </a:endParaRPr>
          </a:p>
        </p:txBody>
      </p:sp>
      <p:sp>
        <p:nvSpPr>
          <p:cNvPr id="70" name="텍스트 상자 69"/>
          <p:cNvSpPr txBox="1">
            <a:spLocks/>
          </p:cNvSpPr>
          <p:nvPr/>
        </p:nvSpPr>
        <p:spPr>
          <a:xfrm rot="0">
            <a:off x="6714490" y="2406015"/>
            <a:ext cx="1283335" cy="30861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noAutofit/>
          </a:bodyPr>
          <a:lstStyle/>
          <a:p>
            <a:pPr marL="0" indent="0" algn="l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rPr>
              <a:t>제어당하는PC</a:t>
            </a:r>
            <a:endParaRPr lang="ko-KR" altLang="en-US" sz="1400" cap="none" dirty="0" smtClean="0" b="0">
              <a:solidFill>
                <a:srgbClr val="00000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1" name="도형 70"/>
          <p:cNvSpPr>
            <a:spLocks/>
          </p:cNvSpPr>
          <p:nvPr/>
        </p:nvSpPr>
        <p:spPr>
          <a:xfrm rot="0">
            <a:off x="3004185" y="2788920"/>
            <a:ext cx="1125855" cy="527685"/>
          </a:xfrm>
          <a:prstGeom prst="rect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dirty="0" smtClean="0" b="0">
                <a:latin typeface="맑은 고딕" charset="0"/>
                <a:ea typeface="맑은 고딕" charset="0"/>
              </a:rPr>
              <a:t>제어화면</a:t>
            </a:r>
            <a:endParaRPr lang="ko-KR" altLang="en-US" sz="1400" cap="none" dirty="0" smtClean="0" b="0">
              <a:latin typeface="맑은 고딕" charset="0"/>
              <a:ea typeface="맑은 고딕" charset="0"/>
            </a:endParaRPr>
          </a:p>
          <a:p>
            <a:pPr marL="0" indent="0" algn="ctr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dirty="0" smtClean="0" b="0">
                <a:latin typeface="맑은 고딕" charset="0"/>
                <a:ea typeface="맑은 고딕" charset="0"/>
              </a:rPr>
              <a:t>수신</a:t>
            </a:r>
            <a:endParaRPr lang="ko-KR" altLang="en-US" sz="1400" cap="none" dirty="0" smtClean="0" b="0">
              <a:latin typeface="맑은 고딕" charset="0"/>
              <a:ea typeface="맑은 고딕" charset="0"/>
            </a:endParaRPr>
          </a:p>
        </p:txBody>
      </p:sp>
      <p:sp>
        <p:nvSpPr>
          <p:cNvPr id="72" name="도형 71"/>
          <p:cNvSpPr>
            <a:spLocks/>
          </p:cNvSpPr>
          <p:nvPr/>
        </p:nvSpPr>
        <p:spPr>
          <a:xfrm rot="0">
            <a:off x="6774180" y="2776855"/>
            <a:ext cx="1125855" cy="527685"/>
          </a:xfrm>
          <a:prstGeom prst="rect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dirty="0" smtClean="0" b="0">
                <a:latin typeface="맑은 고딕" charset="0"/>
                <a:ea typeface="맑은 고딕" charset="0"/>
              </a:rPr>
              <a:t>제어화면</a:t>
            </a:r>
            <a:endParaRPr lang="ko-KR" altLang="en-US" sz="1400" cap="none" dirty="0" smtClean="0" b="0">
              <a:latin typeface="맑은 고딕" charset="0"/>
              <a:ea typeface="맑은 고딕" charset="0"/>
            </a:endParaRPr>
          </a:p>
          <a:p>
            <a:pPr marL="0" indent="0" algn="ctr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dirty="0" smtClean="0" b="0">
                <a:latin typeface="맑은 고딕" charset="0"/>
                <a:ea typeface="맑은 고딕" charset="0"/>
              </a:rPr>
              <a:t>전송</a:t>
            </a:r>
            <a:endParaRPr lang="ko-KR" altLang="en-US" sz="1400" cap="none" dirty="0" smtClean="0" b="0">
              <a:latin typeface="맑은 고딕" charset="0"/>
              <a:ea typeface="맑은 고딕" charset="0"/>
            </a:endParaRPr>
          </a:p>
        </p:txBody>
      </p:sp>
      <p:cxnSp>
        <p:nvCxnSpPr>
          <p:cNvPr id="73" name="도형 72"/>
          <p:cNvCxnSpPr>
            <a:stCxn id="72" idx="1"/>
            <a:endCxn id="71" idx="3"/>
          </p:cNvCxnSpPr>
          <p:nvPr/>
        </p:nvCxnSpPr>
        <p:spPr>
          <a:xfrm rot="0" flipH="1">
            <a:off x="4129405" y="3040380"/>
            <a:ext cx="2645410" cy="12700"/>
          </a:xfrm>
          <a:prstGeom prst="straightConnector1"/>
          <a:ln w="9525" cap="flat" cmpd="sng">
            <a:prstDash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텍스트 상자 73"/>
          <p:cNvSpPr txBox="1">
            <a:spLocks/>
          </p:cNvSpPr>
          <p:nvPr/>
        </p:nvSpPr>
        <p:spPr>
          <a:xfrm rot="0">
            <a:off x="5146675" y="2597150"/>
            <a:ext cx="567055" cy="370205"/>
          </a:xfrm>
          <a:prstGeom prst="rect"/>
          <a:noFill/>
          <a:ln w="0">
            <a:noFill/>
            <a:prstDash/>
          </a:ln>
        </p:spPr>
        <p:txBody>
          <a:bodyPr wrap="none" lIns="89535" tIns="46355" rIns="89535" bIns="46355" vert="horz" anchor="t">
            <a:noAutofit/>
          </a:bodyPr>
          <a:lstStyle/>
          <a:p>
            <a:pPr marL="0" indent="0" algn="l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latin typeface="맑은 고딕" charset="0"/>
                <a:ea typeface="맑은 고딕" charset="0"/>
              </a:rPr>
              <a:t>TCP</a:t>
            </a:r>
            <a:endParaRPr lang="ko-KR" altLang="en-US" sz="1800" cap="none" dirty="0" smtClean="0" b="0">
              <a:latin typeface="맑은 고딕" charset="0"/>
              <a:ea typeface="맑은 고딕" charset="0"/>
            </a:endParaRPr>
          </a:p>
        </p:txBody>
      </p:sp>
      <p:sp>
        <p:nvSpPr>
          <p:cNvPr id="75" name="도형 74"/>
          <p:cNvSpPr>
            <a:spLocks/>
          </p:cNvSpPr>
          <p:nvPr/>
        </p:nvSpPr>
        <p:spPr>
          <a:xfrm rot="0">
            <a:off x="3028315" y="3519170"/>
            <a:ext cx="1125855" cy="958215"/>
          </a:xfrm>
          <a:prstGeom prst="rect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dirty="0" smtClean="0" b="0">
                <a:latin typeface="맑은 고딕" charset="0"/>
                <a:ea typeface="맑은 고딕" charset="0"/>
              </a:rPr>
              <a:t>마우스/</a:t>
            </a:r>
            <a:endParaRPr lang="ko-KR" altLang="en-US" sz="1400" cap="none" dirty="0" smtClean="0" b="0">
              <a:latin typeface="맑은 고딕" charset="0"/>
              <a:ea typeface="맑은 고딕" charset="0"/>
            </a:endParaRPr>
          </a:p>
          <a:p>
            <a:pPr marL="0" indent="0" algn="ctr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dirty="0" smtClean="0" b="0">
                <a:latin typeface="맑은 고딕" charset="0"/>
                <a:ea typeface="맑은 고딕" charset="0"/>
              </a:rPr>
              <a:t>키보드</a:t>
            </a:r>
            <a:endParaRPr lang="ko-KR" altLang="en-US" sz="1400" cap="none" dirty="0" smtClean="0" b="0">
              <a:latin typeface="맑은 고딕" charset="0"/>
              <a:ea typeface="맑은 고딕" charset="0"/>
            </a:endParaRPr>
          </a:p>
          <a:p>
            <a:pPr marL="0" indent="0" algn="ctr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dirty="0" smtClean="0" b="0">
                <a:latin typeface="맑은 고딕" charset="0"/>
                <a:ea typeface="맑은 고딕" charset="0"/>
              </a:rPr>
              <a:t>전송</a:t>
            </a:r>
            <a:endParaRPr lang="ko-KR" altLang="en-US" sz="1400" cap="none" dirty="0" smtClean="0" b="0">
              <a:latin typeface="맑은 고딕" charset="0"/>
              <a:ea typeface="맑은 고딕" charset="0"/>
            </a:endParaRPr>
          </a:p>
        </p:txBody>
      </p:sp>
      <p:sp>
        <p:nvSpPr>
          <p:cNvPr id="76" name="도형 75"/>
          <p:cNvSpPr>
            <a:spLocks/>
          </p:cNvSpPr>
          <p:nvPr/>
        </p:nvSpPr>
        <p:spPr>
          <a:xfrm rot="0">
            <a:off x="6774815" y="3519170"/>
            <a:ext cx="1125855" cy="958215"/>
          </a:xfrm>
          <a:prstGeom prst="rect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dirty="0" smtClean="0" b="0">
                <a:latin typeface="맑은 고딕" charset="0"/>
                <a:ea typeface="맑은 고딕" charset="0"/>
              </a:rPr>
              <a:t>마우스/</a:t>
            </a:r>
            <a:endParaRPr lang="ko-KR" altLang="en-US" sz="1400" cap="none" dirty="0" smtClean="0" b="0">
              <a:latin typeface="맑은 고딕" charset="0"/>
              <a:ea typeface="맑은 고딕" charset="0"/>
            </a:endParaRPr>
          </a:p>
          <a:p>
            <a:pPr marL="0" indent="0" algn="ctr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dirty="0" smtClean="0" b="0">
                <a:latin typeface="맑은 고딕" charset="0"/>
                <a:ea typeface="맑은 고딕" charset="0"/>
              </a:rPr>
              <a:t>키보드</a:t>
            </a:r>
            <a:endParaRPr lang="ko-KR" altLang="en-US" sz="1400" cap="none" dirty="0" smtClean="0" b="0">
              <a:latin typeface="맑은 고딕" charset="0"/>
              <a:ea typeface="맑은 고딕" charset="0"/>
            </a:endParaRPr>
          </a:p>
          <a:p>
            <a:pPr marL="0" indent="0" algn="ctr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dirty="0" smtClean="0" b="0">
                <a:latin typeface="맑은 고딕" charset="0"/>
                <a:ea typeface="맑은 고딕" charset="0"/>
              </a:rPr>
              <a:t>수신</a:t>
            </a:r>
            <a:endParaRPr lang="ko-KR" altLang="en-US" sz="1400" cap="none" dirty="0" smtClean="0" b="0">
              <a:latin typeface="맑은 고딕" charset="0"/>
              <a:ea typeface="맑은 고딕" charset="0"/>
            </a:endParaRPr>
          </a:p>
        </p:txBody>
      </p:sp>
      <p:cxnSp>
        <p:nvCxnSpPr>
          <p:cNvPr id="77" name="도형 76"/>
          <p:cNvCxnSpPr>
            <a:stCxn id="75" idx="3"/>
            <a:endCxn id="76" idx="1"/>
          </p:cNvCxnSpPr>
          <p:nvPr/>
        </p:nvCxnSpPr>
        <p:spPr>
          <a:xfrm rot="0">
            <a:off x="4153535" y="3997960"/>
            <a:ext cx="2621915" cy="635"/>
          </a:xfrm>
          <a:prstGeom prst="straightConnector1"/>
          <a:ln w="9525" cap="flat" cmpd="sng">
            <a:prstDash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텍스트 상자 77"/>
          <p:cNvSpPr txBox="1">
            <a:spLocks/>
          </p:cNvSpPr>
          <p:nvPr/>
        </p:nvSpPr>
        <p:spPr>
          <a:xfrm rot="0">
            <a:off x="5158740" y="3626485"/>
            <a:ext cx="635635" cy="370840"/>
          </a:xfrm>
          <a:prstGeom prst="rect"/>
          <a:noFill/>
          <a:ln w="0">
            <a:noFill/>
            <a:prstDash/>
          </a:ln>
        </p:spPr>
        <p:txBody>
          <a:bodyPr wrap="none" lIns="89535" tIns="46355" rIns="89535" bIns="46355" numCol="1" vert="horz" anchor="t">
            <a:noAutofit/>
          </a:bodyPr>
          <a:lstStyle/>
          <a:p>
            <a:pPr marL="0" indent="0" algn="l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rPr>
              <a:t>UDP</a:t>
            </a:r>
            <a:endParaRPr lang="ko-KR" altLang="en-US" sz="1800" cap="none" dirty="0" smtClean="0" b="0">
              <a:solidFill>
                <a:srgbClr val="00000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9" name="도형 78"/>
          <p:cNvSpPr>
            <a:spLocks/>
          </p:cNvSpPr>
          <p:nvPr/>
        </p:nvSpPr>
        <p:spPr>
          <a:xfrm rot="0">
            <a:off x="3028315" y="4931410"/>
            <a:ext cx="1125855" cy="527685"/>
          </a:xfrm>
          <a:prstGeom prst="rect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dirty="0" smtClean="0" b="0">
                <a:latin typeface="맑은 고딕" charset="0"/>
                <a:ea typeface="맑은 고딕" charset="0"/>
              </a:rPr>
              <a:t>채팅</a:t>
            </a:r>
            <a:endParaRPr lang="ko-KR" altLang="en-US" sz="1400" cap="none" dirty="0" smtClean="0" b="0">
              <a:latin typeface="맑은 고딕" charset="0"/>
              <a:ea typeface="맑은 고딕" charset="0"/>
            </a:endParaRPr>
          </a:p>
          <a:p>
            <a:pPr marL="0" indent="0" algn="ctr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dirty="0" smtClean="0" b="0">
                <a:latin typeface="맑은 고딕" charset="0"/>
                <a:ea typeface="맑은 고딕" charset="0"/>
              </a:rPr>
              <a:t>송/수신</a:t>
            </a:r>
            <a:endParaRPr lang="ko-KR" altLang="en-US" sz="1400" cap="none" dirty="0" smtClean="0" b="0">
              <a:latin typeface="맑은 고딕" charset="0"/>
              <a:ea typeface="맑은 고딕" charset="0"/>
            </a:endParaRPr>
          </a:p>
        </p:txBody>
      </p:sp>
      <p:sp>
        <p:nvSpPr>
          <p:cNvPr id="80" name="도형 79"/>
          <p:cNvSpPr>
            <a:spLocks/>
          </p:cNvSpPr>
          <p:nvPr/>
        </p:nvSpPr>
        <p:spPr>
          <a:xfrm rot="0">
            <a:off x="6774815" y="4942840"/>
            <a:ext cx="1125855" cy="527685"/>
          </a:xfrm>
          <a:prstGeom prst="rect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dirty="0" smtClean="0" b="0">
                <a:latin typeface="맑은 고딕" charset="0"/>
                <a:ea typeface="맑은 고딕" charset="0"/>
              </a:rPr>
              <a:t>채팅</a:t>
            </a:r>
            <a:endParaRPr lang="ko-KR" altLang="en-US" sz="1400" cap="none" dirty="0" smtClean="0" b="0">
              <a:latin typeface="맑은 고딕" charset="0"/>
              <a:ea typeface="맑은 고딕" charset="0"/>
            </a:endParaRPr>
          </a:p>
          <a:p>
            <a:pPr marL="0" indent="0" algn="ctr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dirty="0" smtClean="0" b="0">
                <a:latin typeface="맑은 고딕" charset="0"/>
                <a:ea typeface="맑은 고딕" charset="0"/>
              </a:rPr>
              <a:t>송/수신</a:t>
            </a:r>
            <a:endParaRPr lang="ko-KR" altLang="en-US" sz="1400" cap="none" dirty="0" smtClean="0" b="0">
              <a:latin typeface="맑은 고딕" charset="0"/>
              <a:ea typeface="맑은 고딕" charset="0"/>
            </a:endParaRPr>
          </a:p>
        </p:txBody>
      </p:sp>
      <p:cxnSp>
        <p:nvCxnSpPr>
          <p:cNvPr id="81" name="도형 80"/>
          <p:cNvCxnSpPr>
            <a:stCxn id="79" idx="3"/>
            <a:endCxn id="80" idx="1"/>
          </p:cNvCxnSpPr>
          <p:nvPr/>
        </p:nvCxnSpPr>
        <p:spPr>
          <a:xfrm rot="0">
            <a:off x="4153535" y="5194935"/>
            <a:ext cx="2621915" cy="12065"/>
          </a:xfrm>
          <a:prstGeom prst="straightConnector1"/>
          <a:ln w="9525" cap="flat" cmpd="sng">
            <a:prstDash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텍스트 상자 81"/>
          <p:cNvSpPr txBox="1">
            <a:spLocks/>
          </p:cNvSpPr>
          <p:nvPr/>
        </p:nvSpPr>
        <p:spPr>
          <a:xfrm rot="0">
            <a:off x="4919345" y="4823460"/>
            <a:ext cx="111315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noAutofit/>
          </a:bodyPr>
          <a:lstStyle/>
          <a:p>
            <a:pPr marL="0" indent="0" algn="l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rPr>
              <a:t>TCP/UDP</a:t>
            </a:r>
            <a:endParaRPr lang="ko-KR" altLang="en-US" sz="1800" cap="none" dirty="0" smtClean="0" b="0">
              <a:solidFill>
                <a:srgbClr val="000000"/>
              </a:solidFill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>
            <a:spLocks/>
          </p:cNvSpPr>
          <p:nvPr/>
        </p:nvSpPr>
        <p:spPr>
          <a:xfrm rot="0">
            <a:off x="2301875" y="938530"/>
            <a:ext cx="2592705" cy="368935"/>
          </a:xfrm>
          <a:prstGeom prst="rect"/>
          <a:noFill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기능구현</a:t>
            </a:r>
            <a:endParaRPr lang="ko-KR" altLang="en-US" sz="18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35" name="직사각형 34"/>
          <p:cNvSpPr>
            <a:spLocks/>
          </p:cNvSpPr>
          <p:nvPr/>
        </p:nvSpPr>
        <p:spPr>
          <a:xfrm rot="0">
            <a:off x="2406650" y="2780665"/>
            <a:ext cx="5761355" cy="322580"/>
          </a:xfrm>
          <a:prstGeom prst="rect"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endParaRPr lang="ko-KR" altLang="en-US" sz="1000" cap="none" dirty="0" smtClean="0" b="0">
              <a:solidFill>
                <a:srgbClr val="FFFFFF"/>
              </a:solidFill>
              <a:latin typeface="나눔고딕" charset="0"/>
              <a:ea typeface="나눔고딕" charset="0"/>
            </a:endParaRPr>
          </a:p>
        </p:txBody>
      </p:sp>
      <p:sp>
        <p:nvSpPr>
          <p:cNvPr id="65" name="직사각형 64"/>
          <p:cNvSpPr>
            <a:spLocks/>
          </p:cNvSpPr>
          <p:nvPr/>
        </p:nvSpPr>
        <p:spPr>
          <a:xfrm rot="0">
            <a:off x="309880" y="241300"/>
            <a:ext cx="443230" cy="30734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1-3</a:t>
            </a:r>
            <a:endParaRPr lang="ko-KR" altLang="en-US" sz="14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14" name="직선 연결선 13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/>
          <p:cNvSpPr>
            <a:spLocks/>
          </p:cNvSpPr>
          <p:nvPr/>
        </p:nvSpPr>
        <p:spPr>
          <a:xfrm rot="0">
            <a:off x="8637270" y="6337935"/>
            <a:ext cx="255905" cy="2317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8</a:t>
            </a:fld>
            <a:endParaRPr lang="ko-KR" altLang="en-US" sz="900" cap="none" dirty="0" smtClean="0" b="0">
              <a:gradFill rotWithShape="1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/>
              </a:gradFill>
              <a:latin typeface="나눔고딕" charset="0"/>
              <a:ea typeface="나눔고딕" charset="0"/>
            </a:endParaRPr>
          </a:p>
        </p:txBody>
      </p:sp>
      <p:sp>
        <p:nvSpPr>
          <p:cNvPr id="13" name="텍스트 개체 틀 12"/>
          <p:cNvSpPr txBox="1">
            <a:spLocks/>
          </p:cNvSpPr>
          <p:nvPr>
            <p:ph type="ctrTitle"/>
          </p:nvPr>
        </p:nvSpPr>
        <p:spPr>
          <a:xfrm rot="0">
            <a:off x="321310" y="935355"/>
            <a:ext cx="2014855" cy="1470660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RemoteProject </a:t>
            </a:r>
            <a:endParaRPr lang="ko-KR" altLang="en-US" sz="18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pic>
        <p:nvPicPr>
          <p:cNvPr id="66" name="그림 6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2244090" y="1937385"/>
            <a:ext cx="2721610" cy="3748405"/>
          </a:xfrm>
          <a:prstGeom prst="rect"/>
          <a:noFill/>
        </p:spPr>
      </p:pic>
      <p:sp>
        <p:nvSpPr>
          <p:cNvPr id="67" name="텍스트 상자 66"/>
          <p:cNvSpPr txBox="1">
            <a:spLocks/>
          </p:cNvSpPr>
          <p:nvPr/>
        </p:nvSpPr>
        <p:spPr>
          <a:xfrm rot="0">
            <a:off x="2526665" y="1484630"/>
            <a:ext cx="1760220" cy="370205"/>
          </a:xfrm>
          <a:prstGeom prst="rect"/>
          <a:noFill/>
          <a:ln w="0">
            <a:noFill/>
            <a:prstDash/>
          </a:ln>
        </p:spPr>
        <p:txBody>
          <a:bodyPr wrap="none" lIns="89535" tIns="46355" rIns="89535" bIns="46355" vert="horz" anchor="t">
            <a:noAutofit/>
          </a:bodyPr>
          <a:lstStyle/>
          <a:p>
            <a:pPr marL="0" indent="0" algn="l" fontAlgn="auto" defTabSz="508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chemeClr val="bg1"/>
                </a:solidFill>
                <a:latin typeface="맑은 고딕" charset="0"/>
                <a:ea typeface="맑은 고딕" charset="0"/>
              </a:rPr>
              <a:t>Master(제어PC)</a:t>
            </a:r>
            <a:endParaRPr lang="ko-KR" altLang="en-US" sz="1800" cap="none" dirty="0" smtClean="0" b="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pic>
        <p:nvPicPr>
          <p:cNvPr id="68" name="그림 6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5930900" y="1956435"/>
            <a:ext cx="2711450" cy="3746500"/>
          </a:xfrm>
          <a:prstGeom prst="rect"/>
          <a:noFill/>
        </p:spPr>
      </p:pic>
      <p:sp>
        <p:nvSpPr>
          <p:cNvPr id="69" name="텍스트 상자 68"/>
          <p:cNvSpPr txBox="1">
            <a:spLocks/>
          </p:cNvSpPr>
          <p:nvPr/>
        </p:nvSpPr>
        <p:spPr>
          <a:xfrm rot="0">
            <a:off x="6400165" y="1484630"/>
            <a:ext cx="1586230" cy="370840"/>
          </a:xfrm>
          <a:prstGeom prst="rect"/>
          <a:noFill/>
          <a:ln w="0">
            <a:noFill/>
            <a:prstDash/>
          </a:ln>
        </p:spPr>
        <p:txBody>
          <a:bodyPr wrap="none" lIns="89535" tIns="46355" rIns="89535" bIns="46355" numCol="1" vert="horz" anchor="t">
            <a:noAutofit/>
          </a:bodyPr>
          <a:lstStyle/>
          <a:p>
            <a:pPr marL="0" indent="0" algn="l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Slave(원격PC)</a:t>
            </a:r>
            <a:endParaRPr lang="ko-KR" altLang="en-US" sz="1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>
            <a:spLocks/>
          </p:cNvSpPr>
          <p:nvPr/>
        </p:nvSpPr>
        <p:spPr>
          <a:xfrm rot="0">
            <a:off x="2301875" y="938530"/>
            <a:ext cx="2593340" cy="369570"/>
          </a:xfrm>
          <a:prstGeom prst="rect"/>
          <a:noFill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기능구현</a:t>
            </a:r>
            <a:endParaRPr lang="ko-KR" altLang="en-US" sz="18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35" name="직사각형 34"/>
          <p:cNvSpPr>
            <a:spLocks/>
          </p:cNvSpPr>
          <p:nvPr/>
        </p:nvSpPr>
        <p:spPr>
          <a:xfrm rot="0">
            <a:off x="2406650" y="2780665"/>
            <a:ext cx="5761990" cy="323215"/>
          </a:xfrm>
          <a:prstGeom prst="rect"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endParaRPr lang="ko-KR" altLang="en-US" sz="1000" cap="none" dirty="0" smtClean="0" b="0">
              <a:solidFill>
                <a:srgbClr val="FFFFFF"/>
              </a:solidFill>
              <a:latin typeface="나눔고딕" charset="0"/>
              <a:ea typeface="나눔고딕" charset="0"/>
            </a:endParaRPr>
          </a:p>
        </p:txBody>
      </p:sp>
      <p:sp>
        <p:nvSpPr>
          <p:cNvPr id="65" name="직사각형 64"/>
          <p:cNvSpPr>
            <a:spLocks/>
          </p:cNvSpPr>
          <p:nvPr/>
        </p:nvSpPr>
        <p:spPr>
          <a:xfrm rot="0">
            <a:off x="309880" y="241300"/>
            <a:ext cx="443230" cy="30734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1-4</a:t>
            </a:r>
            <a:endParaRPr lang="ko-KR" altLang="en-US" sz="14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14" name="직선 연결선 13"/>
          <p:cNvCxnSpPr/>
          <p:nvPr/>
        </p:nvCxnSpPr>
        <p:spPr>
          <a:xfrm rot="0">
            <a:off x="424180" y="541020"/>
            <a:ext cx="1910715" cy="1270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/>
          <p:cNvCxnSpPr/>
          <p:nvPr/>
        </p:nvCxnSpPr>
        <p:spPr>
          <a:xfrm rot="0" flipV="1">
            <a:off x="2411730" y="539750"/>
            <a:ext cx="6312535" cy="2540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/>
          <p:cNvSpPr>
            <a:spLocks/>
          </p:cNvSpPr>
          <p:nvPr/>
        </p:nvSpPr>
        <p:spPr>
          <a:xfrm rot="0">
            <a:off x="8637270" y="6337935"/>
            <a:ext cx="256540" cy="23241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9</a:t>
            </a:fld>
            <a:endParaRPr lang="ko-KR" altLang="en-US" sz="900" cap="none" dirty="0" smtClean="0" b="0">
              <a:gradFill rotWithShape="1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/>
              </a:gradFill>
              <a:latin typeface="나눔고딕" charset="0"/>
              <a:ea typeface="나눔고딕" charset="0"/>
            </a:endParaRPr>
          </a:p>
        </p:txBody>
      </p:sp>
      <p:sp>
        <p:nvSpPr>
          <p:cNvPr id="13" name="텍스트 개체 틀 12"/>
          <p:cNvSpPr txBox="1">
            <a:spLocks/>
          </p:cNvSpPr>
          <p:nvPr>
            <p:ph type="ctrTitle"/>
          </p:nvPr>
        </p:nvSpPr>
        <p:spPr>
          <a:xfrm rot="0">
            <a:off x="321310" y="935355"/>
            <a:ext cx="2015490" cy="14712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RemoteProject </a:t>
            </a:r>
            <a:endParaRPr lang="ko-KR" altLang="en-US" sz="18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7" name="텍스트 상자 66"/>
          <p:cNvSpPr txBox="1">
            <a:spLocks/>
          </p:cNvSpPr>
          <p:nvPr/>
        </p:nvSpPr>
        <p:spPr>
          <a:xfrm rot="0">
            <a:off x="3283585" y="1484630"/>
            <a:ext cx="4288155" cy="370840"/>
          </a:xfrm>
          <a:prstGeom prst="rect"/>
          <a:noFill/>
          <a:ln w="0">
            <a:noFill/>
            <a:prstDash/>
          </a:ln>
        </p:spPr>
        <p:txBody>
          <a:bodyPr wrap="square" lIns="89535" tIns="46355" rIns="89535" bIns="46355" numCol="1" vert="horz" anchor="t">
            <a:noAutofit/>
          </a:bodyPr>
          <a:lstStyle/>
          <a:p>
            <a:pPr marL="0" indent="0" algn="ctr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Master Slave 연결 채팅</a:t>
            </a:r>
            <a:endParaRPr lang="ko-KR" altLang="en-US" sz="1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pic>
        <p:nvPicPr>
          <p:cNvPr id="72" name="그림 7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2136140" y="1958975"/>
            <a:ext cx="2762885" cy="3797300"/>
          </a:xfrm>
          <a:prstGeom prst="rect"/>
          <a:noFill/>
        </p:spPr>
      </p:pic>
      <p:pic>
        <p:nvPicPr>
          <p:cNvPr id="73" name="그림 7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6014720" y="1972945"/>
            <a:ext cx="2748915" cy="3776345"/>
          </a:xfrm>
          <a:prstGeom prst="rect"/>
          <a:noFill/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>
            <a:spLocks/>
          </p:cNvSpPr>
          <p:nvPr/>
        </p:nvSpPr>
        <p:spPr>
          <a:xfrm rot="0">
            <a:off x="2301875" y="938530"/>
            <a:ext cx="2593340" cy="369570"/>
          </a:xfrm>
          <a:prstGeom prst="rect"/>
          <a:noFill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기능구현</a:t>
            </a:r>
            <a:endParaRPr lang="ko-KR" altLang="en-US" sz="18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35" name="직사각형 34"/>
          <p:cNvSpPr>
            <a:spLocks/>
          </p:cNvSpPr>
          <p:nvPr/>
        </p:nvSpPr>
        <p:spPr>
          <a:xfrm rot="0">
            <a:off x="2406650" y="2780665"/>
            <a:ext cx="5761990" cy="323215"/>
          </a:xfrm>
          <a:prstGeom prst="rect"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endParaRPr lang="ko-KR" altLang="en-US" sz="1000" cap="none" dirty="0" smtClean="0" b="0">
              <a:solidFill>
                <a:srgbClr val="FFFFFF"/>
              </a:solidFill>
              <a:latin typeface="나눔고딕" charset="0"/>
              <a:ea typeface="나눔고딕" charset="0"/>
            </a:endParaRPr>
          </a:p>
        </p:txBody>
      </p:sp>
      <p:sp>
        <p:nvSpPr>
          <p:cNvPr id="65" name="직사각형 64"/>
          <p:cNvSpPr>
            <a:spLocks/>
          </p:cNvSpPr>
          <p:nvPr/>
        </p:nvSpPr>
        <p:spPr>
          <a:xfrm rot="0">
            <a:off x="309880" y="241300"/>
            <a:ext cx="443230" cy="30734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1-4</a:t>
            </a:r>
            <a:endParaRPr lang="ko-KR" altLang="en-US" sz="14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14" name="직선 연결선 13"/>
          <p:cNvCxnSpPr/>
          <p:nvPr/>
        </p:nvCxnSpPr>
        <p:spPr>
          <a:xfrm rot="0">
            <a:off x="424180" y="541020"/>
            <a:ext cx="1910715" cy="1270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/>
          <p:cNvCxnSpPr/>
          <p:nvPr/>
        </p:nvCxnSpPr>
        <p:spPr>
          <a:xfrm rot="0" flipV="1">
            <a:off x="2411730" y="539750"/>
            <a:ext cx="6312535" cy="2540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/>
          <p:cNvSpPr>
            <a:spLocks/>
          </p:cNvSpPr>
          <p:nvPr/>
        </p:nvSpPr>
        <p:spPr>
          <a:xfrm rot="0">
            <a:off x="8637270" y="6337935"/>
            <a:ext cx="256540" cy="23241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10</a:t>
            </a:fld>
            <a:endParaRPr lang="ko-KR" altLang="en-US" sz="900" cap="none" dirty="0" smtClean="0" b="0">
              <a:gradFill rotWithShape="1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/>
              </a:gradFill>
              <a:latin typeface="나눔고딕" charset="0"/>
              <a:ea typeface="나눔고딕" charset="0"/>
            </a:endParaRPr>
          </a:p>
        </p:txBody>
      </p:sp>
      <p:sp>
        <p:nvSpPr>
          <p:cNvPr id="13" name="텍스트 개체 틀 12"/>
          <p:cNvSpPr txBox="1">
            <a:spLocks/>
          </p:cNvSpPr>
          <p:nvPr>
            <p:ph type="ctrTitle"/>
          </p:nvPr>
        </p:nvSpPr>
        <p:spPr>
          <a:xfrm rot="0">
            <a:off x="321310" y="935355"/>
            <a:ext cx="2015490" cy="14712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RemoteProject </a:t>
            </a:r>
            <a:endParaRPr lang="ko-KR" altLang="en-US" sz="18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7" name="텍스트 상자 66"/>
          <p:cNvSpPr txBox="1">
            <a:spLocks/>
          </p:cNvSpPr>
          <p:nvPr/>
        </p:nvSpPr>
        <p:spPr>
          <a:xfrm rot="0">
            <a:off x="3324225" y="1307465"/>
            <a:ext cx="4288155" cy="370840"/>
          </a:xfrm>
          <a:prstGeom prst="rect"/>
          <a:noFill/>
          <a:ln w="0">
            <a:noFill/>
            <a:prstDash/>
          </a:ln>
        </p:spPr>
        <p:txBody>
          <a:bodyPr wrap="square" lIns="89535" tIns="46355" rIns="89535" bIns="46355" numCol="1" vert="horz" anchor="t">
            <a:noAutofit/>
          </a:bodyPr>
          <a:lstStyle/>
          <a:p>
            <a:pPr marL="0" indent="0" algn="ctr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PC 영상 보기</a:t>
            </a:r>
            <a:endParaRPr lang="ko-KR" altLang="en-US" sz="1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pic>
        <p:nvPicPr>
          <p:cNvPr id="68" name="그림 6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2301875" y="1784350"/>
            <a:ext cx="6510020" cy="3792220"/>
          </a:xfrm>
          <a:prstGeom prst="rect"/>
          <a:noFill/>
        </p:spPr>
      </p:pic>
      <p:sp>
        <p:nvSpPr>
          <p:cNvPr id="69" name="텍스트 상자 68"/>
          <p:cNvSpPr txBox="1">
            <a:spLocks/>
          </p:cNvSpPr>
          <p:nvPr/>
        </p:nvSpPr>
        <p:spPr>
          <a:xfrm rot="0">
            <a:off x="2305685" y="5748020"/>
            <a:ext cx="6057265" cy="831215"/>
          </a:xfrm>
          <a:prstGeom prst="rect"/>
          <a:noFill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Youtube : </a:t>
            </a:r>
            <a:r>
              <a:rPr lang="en-US" altLang="ko-KR" sz="16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https://youtu.be/UQOiB6lzQzw</a:t>
            </a:r>
            <a:endParaRPr lang="ko-KR" altLang="en-US" sz="16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endParaRPr lang="ko-KR" altLang="en-US" sz="16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Github : </a:t>
            </a:r>
            <a:r>
              <a:rPr lang="en-US" altLang="ko-KR" sz="16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https://github.com/Guyclops/RemoteProject</a:t>
            </a:r>
            <a:endParaRPr lang="ko-KR" altLang="en-US" sz="16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텍스트 상자 33"/>
          <p:cNvSpPr txBox="1">
            <a:spLocks/>
          </p:cNvSpPr>
          <p:nvPr/>
        </p:nvSpPr>
        <p:spPr>
          <a:xfrm rot="0">
            <a:off x="2300605" y="836295"/>
            <a:ext cx="3313430" cy="339090"/>
          </a:xfrm>
          <a:prstGeom prst="rect"/>
          <a:noFill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dirty="0" smtClean="0" b="1">
                <a:gradFill rotWithShape="1">
                  <a:gsLst>
                    <a:gs pos="0">
                      <a:srgbClr val="00B0F0"/>
                    </a:gs>
                    <a:gs pos="100000">
                      <a:srgbClr val="00B0F0"/>
                    </a:gs>
                  </a:gsLst>
                  <a:lin ang="5400000"/>
                </a:gradFill>
                <a:latin typeface="맑은 고딕" charset="0"/>
                <a:ea typeface="맑은 고딕" charset="0"/>
              </a:rPr>
              <a:t>Project 2</a:t>
            </a:r>
            <a:endParaRPr lang="ko-KR" altLang="en-US" sz="1600" cap="none" dirty="0" smtClean="0" b="1">
              <a:gradFill rotWithShape="1">
                <a:gsLst>
                  <a:gs pos="0">
                    <a:srgbClr val="00B0F0"/>
                  </a:gs>
                  <a:gs pos="100000">
                    <a:srgbClr val="00B0F0"/>
                  </a:gs>
                </a:gsLst>
                <a:lin ang="5400000"/>
              </a:gradFill>
              <a:latin typeface="맑은 고딕" charset="0"/>
              <a:ea typeface="맑은 고딕" charset="0"/>
            </a:endParaRPr>
          </a:p>
        </p:txBody>
      </p:sp>
      <p:sp>
        <p:nvSpPr>
          <p:cNvPr id="5" name="텍스트 개체 틀 4"/>
          <p:cNvSpPr txBox="1">
            <a:spLocks/>
          </p:cNvSpPr>
          <p:nvPr>
            <p:ph type="ctrTitle"/>
          </p:nvPr>
        </p:nvSpPr>
        <p:spPr>
          <a:xfrm rot="0">
            <a:off x="2272030" y="1299210"/>
            <a:ext cx="6549390" cy="1471295"/>
          </a:xfrm>
          <a:prstGeom prst="rect"/>
        </p:spPr>
        <p:txBody>
          <a:bodyPr wrap="square" lIns="91440" tIns="45720" rIns="91440" bIns="45720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3800" cap="none" spc="-90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Empty Bottle:</a:t>
            </a:r>
            <a:r>
              <a:rPr lang="en-US" altLang="ko-KR" sz="3800" cap="none" spc="-90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/>
            </a:r>
            <a:br>
              <a:rPr lang="en-US" altLang="ko-KR" sz="3800" cap="none" spc="-90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</a:br>
            <a:r>
              <a:rPr lang="en-US" altLang="ko-KR" sz="3800" cap="none" spc="-90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빈병 보증금 포인트 쇼핑몰</a:t>
            </a:r>
            <a:endParaRPr lang="ko-KR" altLang="en-US" sz="3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35" name="직사각형 34"/>
          <p:cNvSpPr>
            <a:spLocks/>
          </p:cNvSpPr>
          <p:nvPr/>
        </p:nvSpPr>
        <p:spPr>
          <a:xfrm rot="0">
            <a:off x="8637270" y="6337935"/>
            <a:ext cx="256540" cy="23241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11</a:t>
            </a:fld>
            <a:endParaRPr lang="ko-KR" altLang="en-US" sz="900" cap="none" dirty="0" smtClean="0" b="0">
              <a:gradFill rotWithShape="1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/>
              </a:gradFill>
              <a:latin typeface="나눔고딕" charset="0"/>
              <a:ea typeface="나눔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상자 9"/>
          <p:cNvSpPr txBox="1">
            <a:spLocks/>
          </p:cNvSpPr>
          <p:nvPr/>
        </p:nvSpPr>
        <p:spPr>
          <a:xfrm rot="0">
            <a:off x="2301875" y="938530"/>
            <a:ext cx="2593340" cy="339090"/>
          </a:xfrm>
          <a:prstGeom prst="rect"/>
          <a:noFill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개발 동기</a:t>
            </a:r>
            <a:endParaRPr lang="ko-KR" altLang="en-US" sz="16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8" name="도형 17"/>
          <p:cNvSpPr>
            <a:spLocks/>
          </p:cNvSpPr>
          <p:nvPr/>
        </p:nvSpPr>
        <p:spPr>
          <a:xfrm rot="0">
            <a:off x="2301875" y="1214120"/>
            <a:ext cx="4322445" cy="937895"/>
          </a:xfrm>
          <a:prstGeom prst="rect"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0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현재 환경부에서 시행하고 있는 빈병 보증금 제도를 활성화하기 위해 단점으로 생각되는 현금환급을 포인트화시켜 이를 활용할 수 있는 포인트 쇼핑몰을 구현하게 되었다.</a:t>
            </a:r>
            <a:endParaRPr lang="ko-KR" altLang="en-US" sz="10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Char char="•"/>
            </a:pPr>
            <a:endParaRPr lang="ko-KR" altLang="en-US" sz="10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1" name="텍스트 상자 20"/>
          <p:cNvSpPr txBox="1">
            <a:spLocks/>
          </p:cNvSpPr>
          <p:nvPr/>
        </p:nvSpPr>
        <p:spPr>
          <a:xfrm rot="0">
            <a:off x="2319655" y="2424430"/>
            <a:ext cx="3457575" cy="339090"/>
          </a:xfrm>
          <a:prstGeom prst="rect"/>
          <a:noFill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개발 환경</a:t>
            </a:r>
            <a:endParaRPr lang="ko-KR" altLang="en-US" sz="16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5" name="도형 64"/>
          <p:cNvSpPr>
            <a:spLocks/>
          </p:cNvSpPr>
          <p:nvPr/>
        </p:nvSpPr>
        <p:spPr>
          <a:xfrm rot="0">
            <a:off x="309880" y="241300"/>
            <a:ext cx="443865" cy="3079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2-1</a:t>
            </a:r>
            <a:endParaRPr lang="ko-KR" altLang="en-US" sz="14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14" name="도형 13"/>
          <p:cNvCxnSpPr/>
          <p:nvPr/>
        </p:nvCxnSpPr>
        <p:spPr>
          <a:xfrm rot="0">
            <a:off x="424180" y="541020"/>
            <a:ext cx="1910080" cy="63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도형 14"/>
          <p:cNvCxnSpPr/>
          <p:nvPr/>
        </p:nvCxnSpPr>
        <p:spPr>
          <a:xfrm rot="0" flipV="1">
            <a:off x="2411730" y="539750"/>
            <a:ext cx="6311900" cy="1905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2"/>
          <p:cNvSpPr txBox="1">
            <a:spLocks/>
          </p:cNvSpPr>
          <p:nvPr>
            <p:ph type="ctrTitle"/>
          </p:nvPr>
        </p:nvSpPr>
        <p:spPr>
          <a:xfrm rot="0">
            <a:off x="321310" y="935355"/>
            <a:ext cx="2015490" cy="14712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Empty Bottle</a:t>
            </a:r>
            <a:endParaRPr lang="ko-KR" altLang="en-US" sz="18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graphicFrame>
        <p:nvGraphicFramePr>
          <p:cNvPr id="66" name="표 65"/>
          <p:cNvGraphicFramePr>
            <a:graphicFrameLocks noGrp="1"/>
          </p:cNvGraphicFramePr>
          <p:nvPr/>
        </p:nvGraphicFramePr>
        <p:xfrm>
          <a:off x="2416175" y="2855595"/>
          <a:ext cx="5137785" cy="3756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0810"/>
                <a:gridCol w="2335530"/>
                <a:gridCol w="1401445"/>
              </a:tblGrid>
              <a:tr h="368300"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영역</a:t>
                      </a:r>
                      <a:endParaRPr lang="ko-KR" altLang="en-US" sz="18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소프트웨어</a:t>
                      </a:r>
                      <a:endParaRPr lang="ko-KR" altLang="en-US" sz="18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8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버전</a:t>
                      </a:r>
                      <a:endParaRPr lang="ko-KR" altLang="en-US" sz="18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319405"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WAS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Apache Tomcat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8.0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13055"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DBMS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Mysql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5.5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13055"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Framework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Spring Framework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3.0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13055">
                <a:tc rowSpan="3"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TOOL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JDK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1.8.0_131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548640">
                <a:tc vMerge="1"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endParaRPr lang="ko-KR" altLang="en-US" kern="1200" dirty="0" smtClean="0" cap="none" b="0"/>
                    </a:p>
                  </a:txBody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Eclipse IDE for Java EE Developers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lasted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412750">
                <a:tc vMerge="1"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endParaRPr lang="ko-KR" altLang="en-US" kern="1200" dirty="0" smtClean="0" cap="none" b="0"/>
                    </a:p>
                  </a:txBody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ERMaster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lasted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CM Tool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VisualSVN Server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SVN Team provider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lasted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13055"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Web Util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Apache cos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lasted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06705"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Design Tool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BootStrap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auto" defTabSz="914400" ea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400" kern="1200" cap="none" dirty="0" smtClean="0" b="0">
                          <a:solidFill>
                            <a:srgbClr val="000000"/>
                          </a:solidFill>
                          <a:latin typeface="맑은 고딕" charset="0"/>
                          <a:ea typeface="맑은 고딕" charset="0"/>
                        </a:rPr>
                        <a:t>lasted</a:t>
                      </a:r>
                      <a:endParaRPr lang="ko-KR" altLang="en-US" sz="1400" kern="1200" dirty="0" smtClean="0" cap="none" b="0">
                        <a:solidFill>
                          <a:srgbClr val="000000"/>
                        </a:solidFill>
                        <a:latin typeface="맑은 고딕" charset="0"/>
                        <a:ea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67" name="직사각형 66"/>
          <p:cNvSpPr>
            <a:spLocks/>
          </p:cNvSpPr>
          <p:nvPr/>
        </p:nvSpPr>
        <p:spPr>
          <a:xfrm rot="0">
            <a:off x="8637270" y="6337935"/>
            <a:ext cx="256540" cy="23241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12</a:t>
            </a:fld>
            <a:endParaRPr lang="ko-KR" altLang="en-US" sz="900" cap="none" dirty="0" smtClean="0" b="0">
              <a:gradFill rotWithShape="1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/>
              </a:gradFill>
              <a:latin typeface="나눔고딕" charset="0"/>
              <a:ea typeface="나눔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상자 9"/>
          <p:cNvSpPr txBox="1">
            <a:spLocks/>
          </p:cNvSpPr>
          <p:nvPr/>
        </p:nvSpPr>
        <p:spPr>
          <a:xfrm rot="0">
            <a:off x="2301875" y="938530"/>
            <a:ext cx="2593340" cy="339090"/>
          </a:xfrm>
          <a:prstGeom prst="rect"/>
          <a:noFill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역할</a:t>
            </a:r>
            <a:endParaRPr lang="ko-KR" altLang="en-US" sz="16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8" name="도형 17"/>
          <p:cNvSpPr>
            <a:spLocks/>
          </p:cNvSpPr>
          <p:nvPr/>
        </p:nvSpPr>
        <p:spPr>
          <a:xfrm rot="0">
            <a:off x="2301875" y="1214120"/>
            <a:ext cx="4321810" cy="937895"/>
          </a:xfrm>
          <a:prstGeom prst="rect"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0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로그인, 회원가입 등의 회원관리 기능, 카카오링크를 활용한 선물서비스기능을 담당했다. 사용자들의 웹사이트 접근성을 높이고, 편리한 사이트 관리를 위해  안드로이드 어플리케이션을 개발하였다.</a:t>
            </a:r>
            <a:endParaRPr lang="ko-KR" altLang="en-US" sz="10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altLang="en-US" sz="10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1" name="텍스트 상자 20"/>
          <p:cNvSpPr txBox="1">
            <a:spLocks/>
          </p:cNvSpPr>
          <p:nvPr/>
        </p:nvSpPr>
        <p:spPr>
          <a:xfrm rot="0">
            <a:off x="2292985" y="2063750"/>
            <a:ext cx="3457575" cy="339090"/>
          </a:xfrm>
          <a:prstGeom prst="rect"/>
          <a:noFill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구조도</a:t>
            </a:r>
            <a:endParaRPr lang="ko-KR" altLang="en-US" sz="16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5" name="도형 64"/>
          <p:cNvSpPr>
            <a:spLocks/>
          </p:cNvSpPr>
          <p:nvPr/>
        </p:nvSpPr>
        <p:spPr>
          <a:xfrm rot="0">
            <a:off x="309880" y="241300"/>
            <a:ext cx="443865" cy="3079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2-2</a:t>
            </a:r>
            <a:endParaRPr lang="ko-KR" altLang="en-US" sz="14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14" name="도형 13"/>
          <p:cNvCxnSpPr/>
          <p:nvPr/>
        </p:nvCxnSpPr>
        <p:spPr>
          <a:xfrm rot="0">
            <a:off x="424180" y="541020"/>
            <a:ext cx="1910715" cy="1270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도형 14"/>
          <p:cNvCxnSpPr/>
          <p:nvPr/>
        </p:nvCxnSpPr>
        <p:spPr>
          <a:xfrm rot="0" flipV="1">
            <a:off x="2411730" y="539750"/>
            <a:ext cx="6312535" cy="2540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2"/>
          <p:cNvSpPr txBox="1">
            <a:spLocks/>
          </p:cNvSpPr>
          <p:nvPr>
            <p:ph type="ctrTitle"/>
          </p:nvPr>
        </p:nvSpPr>
        <p:spPr>
          <a:xfrm rot="0">
            <a:off x="321310" y="935355"/>
            <a:ext cx="2015490" cy="14712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Empty Bottle</a:t>
            </a:r>
            <a:endParaRPr lang="ko-KR" altLang="en-US" sz="18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6" name="도형 65"/>
          <p:cNvSpPr>
            <a:spLocks/>
          </p:cNvSpPr>
          <p:nvPr/>
        </p:nvSpPr>
        <p:spPr>
          <a:xfrm rot="0">
            <a:off x="2410460" y="2401570"/>
            <a:ext cx="6162675" cy="4021455"/>
          </a:xfrm>
          <a:prstGeom prst="rect"/>
          <a:solidFill>
            <a:srgbClr val="FFFFFF"/>
          </a:solidFill>
          <a:ln w="254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endParaRPr lang="ko-KR" altLang="en-US" sz="1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grpSp>
        <p:nvGrpSpPr>
          <p:cNvPr id="92" name="그룹 91"/>
          <p:cNvGrpSpPr/>
          <p:nvPr/>
        </p:nvGrpSpPr>
        <p:grpSpPr>
          <a:xfrm rot="0">
            <a:off x="2522855" y="2844165"/>
            <a:ext cx="5941695" cy="3288665"/>
            <a:chOff x="2522855" y="2844165"/>
            <a:chExt cx="5941695" cy="3288665"/>
          </a:xfrm>
        </p:grpSpPr>
        <p:sp>
          <p:nvSpPr>
            <p:cNvPr id="67" name="도형 66"/>
            <p:cNvSpPr>
              <a:spLocks/>
            </p:cNvSpPr>
            <p:nvPr/>
          </p:nvSpPr>
          <p:spPr>
            <a:xfrm rot="0">
              <a:off x="2522855" y="2844165"/>
              <a:ext cx="5941695" cy="3288665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endParaRPr lang="ko-KR" altLang="en-US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68" name="텍스트 상자 67"/>
            <p:cNvSpPr txBox="1">
              <a:spLocks/>
            </p:cNvSpPr>
            <p:nvPr/>
          </p:nvSpPr>
          <p:spPr>
            <a:xfrm rot="0">
              <a:off x="5180330" y="2931795"/>
              <a:ext cx="622300" cy="351790"/>
            </a:xfrm>
            <a:prstGeom prst="rect"/>
            <a:noFill/>
            <a:ln w="0">
              <a:noFill/>
              <a:prstDash/>
            </a:ln>
          </p:spPr>
          <p:txBody>
            <a:bodyPr wrap="none" lIns="89535" tIns="46355" rIns="89535" bIns="46355" vert="horz" anchor="t">
              <a:noAutofit/>
            </a:bodyPr>
            <a:lstStyle/>
            <a:p>
              <a:pPr marL="0" indent="0" algn="l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8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서버</a:t>
              </a:r>
              <a:endParaRPr lang="ko-KR" altLang="en-US" sz="18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69" name="도형 68"/>
            <p:cNvSpPr>
              <a:spLocks/>
            </p:cNvSpPr>
            <p:nvPr/>
          </p:nvSpPr>
          <p:spPr>
            <a:xfrm rot="0">
              <a:off x="2707005" y="4370070"/>
              <a:ext cx="883920" cy="1270000"/>
            </a:xfrm>
            <a:prstGeom prst="can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8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MySql</a:t>
              </a:r>
              <a:endParaRPr lang="ko-KR" altLang="en-US" sz="18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8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DB</a:t>
              </a:r>
              <a:endParaRPr lang="ko-KR" altLang="en-US" sz="18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70" name="도형 69"/>
            <p:cNvSpPr>
              <a:spLocks/>
            </p:cNvSpPr>
            <p:nvPr/>
          </p:nvSpPr>
          <p:spPr>
            <a:xfrm rot="0">
              <a:off x="4123055" y="3343275"/>
              <a:ext cx="4166870" cy="264541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endParaRPr lang="ko-KR" altLang="en-US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71" name="텍스트 상자 70"/>
            <p:cNvSpPr txBox="1">
              <a:spLocks/>
            </p:cNvSpPr>
            <p:nvPr/>
          </p:nvSpPr>
          <p:spPr>
            <a:xfrm rot="0">
              <a:off x="5888990" y="3343275"/>
              <a:ext cx="634365" cy="351790"/>
            </a:xfrm>
            <a:prstGeom prst="rect"/>
            <a:noFill/>
            <a:ln w="0">
              <a:noFill/>
              <a:prstDash/>
            </a:ln>
          </p:spPr>
          <p:txBody>
            <a:bodyPr wrap="none" lIns="89535" tIns="46355" rIns="89535" bIns="46355" vert="horz" anchor="t">
              <a:noAutofit/>
            </a:bodyPr>
            <a:lstStyle/>
            <a:p>
              <a:pPr marL="0" indent="0" algn="l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8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WEB</a:t>
              </a:r>
              <a:endParaRPr lang="ko-KR" altLang="en-US" sz="18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72" name="도형 71"/>
            <p:cNvSpPr>
              <a:spLocks/>
            </p:cNvSpPr>
            <p:nvPr/>
          </p:nvSpPr>
          <p:spPr>
            <a:xfrm rot="5400000" flipH="1" flipV="1">
              <a:off x="3255645" y="3520440"/>
              <a:ext cx="742950" cy="957580"/>
            </a:xfrm>
            <a:prstGeom prst="bentConnector2"/>
            <a:ln w="25400" cap="flat" cmpd="sng">
              <a:prstDash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endParaRPr lang="ko-KR" altLang="en-US" sz="18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73" name="도형 72"/>
            <p:cNvSpPr>
              <a:spLocks/>
            </p:cNvSpPr>
            <p:nvPr/>
          </p:nvSpPr>
          <p:spPr>
            <a:xfrm rot="0">
              <a:off x="5704205" y="3683000"/>
              <a:ext cx="1004570" cy="23368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6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메뉴</a:t>
              </a:r>
              <a:endParaRPr lang="ko-KR" altLang="en-US" sz="16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74" name="도형 73"/>
            <p:cNvSpPr>
              <a:spLocks/>
            </p:cNvSpPr>
            <p:nvPr/>
          </p:nvSpPr>
          <p:spPr>
            <a:xfrm rot="0">
              <a:off x="4491355" y="4201160"/>
              <a:ext cx="1004570" cy="23368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6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관리자</a:t>
              </a:r>
              <a:endParaRPr lang="ko-KR" altLang="en-US" sz="16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76" name="도형 75"/>
            <p:cNvSpPr>
              <a:spLocks/>
            </p:cNvSpPr>
            <p:nvPr/>
          </p:nvSpPr>
          <p:spPr>
            <a:xfrm rot="0">
              <a:off x="6955155" y="4201160"/>
              <a:ext cx="1004570" cy="23368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6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회원</a:t>
              </a:r>
              <a:endParaRPr lang="ko-KR" altLang="en-US" sz="16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cxnSp>
          <p:nvCxnSpPr>
            <p:cNvPr id="77" name="도형 76"/>
            <p:cNvCxnSpPr>
              <a:stCxn id="74" idx="3"/>
              <a:endCxn id="76" idx="1"/>
            </p:cNvCxnSpPr>
            <p:nvPr/>
          </p:nvCxnSpPr>
          <p:spPr>
            <a:xfrm rot="0">
              <a:off x="5494020" y="4316730"/>
              <a:ext cx="1461770" cy="1270"/>
            </a:xfrm>
            <a:prstGeom prst="line"/>
            <a:ln w="9525" cap="flat" cmpd="sng">
              <a:prstDash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도형 77"/>
            <p:cNvCxnSpPr>
              <a:stCxn id="73" idx="2"/>
            </p:cNvCxnSpPr>
            <p:nvPr/>
          </p:nvCxnSpPr>
          <p:spPr>
            <a:xfrm rot="0" flipH="1">
              <a:off x="6201410" y="3915410"/>
              <a:ext cx="5080" cy="393700"/>
            </a:xfrm>
            <a:prstGeom prst="line"/>
            <a:ln w="9525" cap="flat" cmpd="sng">
              <a:prstDash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도형 78"/>
            <p:cNvCxnSpPr/>
            <p:nvPr/>
          </p:nvCxnSpPr>
          <p:spPr>
            <a:xfrm rot="0">
              <a:off x="4937125" y="4432935"/>
              <a:ext cx="5080" cy="439420"/>
            </a:xfrm>
            <a:prstGeom prst="line"/>
            <a:ln w="9525" cap="flat" cmpd="sng">
              <a:prstDash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도형 79"/>
            <p:cNvSpPr>
              <a:spLocks/>
            </p:cNvSpPr>
            <p:nvPr/>
          </p:nvSpPr>
          <p:spPr>
            <a:xfrm rot="0">
              <a:off x="4197350" y="4772660"/>
              <a:ext cx="598170" cy="23368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상품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81" name="도형 80"/>
            <p:cNvSpPr>
              <a:spLocks/>
            </p:cNvSpPr>
            <p:nvPr/>
          </p:nvSpPr>
          <p:spPr>
            <a:xfrm rot="0">
              <a:off x="5080000" y="4763770"/>
              <a:ext cx="598170" cy="23368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회원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cxnSp>
          <p:nvCxnSpPr>
            <p:cNvPr id="82" name="도형 81"/>
            <p:cNvCxnSpPr>
              <a:stCxn id="80" idx="3"/>
              <a:endCxn id="81" idx="1"/>
            </p:cNvCxnSpPr>
            <p:nvPr/>
          </p:nvCxnSpPr>
          <p:spPr>
            <a:xfrm rot="0" flipV="1">
              <a:off x="4794250" y="4879975"/>
              <a:ext cx="287020" cy="10160"/>
            </a:xfrm>
            <a:prstGeom prst="line"/>
            <a:ln w="9525" cap="flat" cmpd="sng">
              <a:prstDash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텍스트 상자 82"/>
            <p:cNvSpPr txBox="1">
              <a:spLocks/>
            </p:cNvSpPr>
            <p:nvPr/>
          </p:nvSpPr>
          <p:spPr>
            <a:xfrm rot="0">
              <a:off x="4232910" y="5023485"/>
              <a:ext cx="473710" cy="614680"/>
            </a:xfrm>
            <a:prstGeom prst="rect"/>
            <a:noFill/>
            <a:ln w="0">
              <a:noFill/>
              <a:prstDash/>
            </a:ln>
          </p:spPr>
          <p:txBody>
            <a:bodyPr wrap="none" lIns="89535" tIns="46355" rIns="89535" bIns="46355" vert="horz" anchor="t">
              <a:noAutofit/>
            </a:bodyPr>
            <a:lstStyle/>
            <a:p>
              <a:pPr marL="0" indent="0" algn="l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추가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  <a:p>
              <a:pPr marL="0" indent="0" algn="l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삭제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  <a:p>
              <a:pPr marL="0" indent="0" algn="l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수정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84" name="텍스트 상자 83"/>
            <p:cNvSpPr txBox="1">
              <a:spLocks/>
            </p:cNvSpPr>
            <p:nvPr/>
          </p:nvSpPr>
          <p:spPr>
            <a:xfrm rot="0">
              <a:off x="5115560" y="5023485"/>
              <a:ext cx="473710" cy="614680"/>
            </a:xfrm>
            <a:prstGeom prst="rect"/>
            <a:noFill/>
            <a:ln w="0" cap="flat" cmpd="sng">
              <a:solidFill>
                <a:srgbClr val="FFFFFF">
                  <a:alpha val="100000"/>
                </a:srgbClr>
              </a:solidFill>
              <a:prstDash val="solid"/>
            </a:ln>
          </p:spPr>
          <p:txBody>
            <a:bodyPr wrap="none" lIns="89535" tIns="46355" rIns="89535" bIns="46355" vert="horz" anchor="t">
              <a:noAutofit/>
            </a:bodyPr>
            <a:lstStyle/>
            <a:p>
              <a:pPr marL="0" indent="0" algn="l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추가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  <a:p>
              <a:pPr marL="0" indent="0" algn="l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삭제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  <a:p>
              <a:pPr marL="0" indent="0" algn="l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수정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cxnSp>
          <p:nvCxnSpPr>
            <p:cNvPr id="85" name="도형 84"/>
            <p:cNvCxnSpPr/>
            <p:nvPr/>
          </p:nvCxnSpPr>
          <p:spPr>
            <a:xfrm rot="0">
              <a:off x="7438390" y="4442460"/>
              <a:ext cx="5080" cy="439420"/>
            </a:xfrm>
            <a:prstGeom prst="line"/>
            <a:ln w="9525" cap="flat" cmpd="sng">
              <a:prstDash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도형 85"/>
            <p:cNvSpPr>
              <a:spLocks/>
            </p:cNvSpPr>
            <p:nvPr/>
          </p:nvSpPr>
          <p:spPr>
            <a:xfrm rot="0">
              <a:off x="6698615" y="4782185"/>
              <a:ext cx="598170" cy="23368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상품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87" name="도형 86"/>
            <p:cNvSpPr>
              <a:spLocks/>
            </p:cNvSpPr>
            <p:nvPr/>
          </p:nvSpPr>
          <p:spPr>
            <a:xfrm rot="0">
              <a:off x="7581900" y="4772660"/>
              <a:ext cx="598170" cy="23368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회원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cxnSp>
          <p:nvCxnSpPr>
            <p:cNvPr id="88" name="도형 87"/>
            <p:cNvCxnSpPr/>
            <p:nvPr/>
          </p:nvCxnSpPr>
          <p:spPr>
            <a:xfrm rot="0" flipV="1">
              <a:off x="7295515" y="4888865"/>
              <a:ext cx="287020" cy="10160"/>
            </a:xfrm>
            <a:prstGeom prst="line"/>
            <a:ln w="9525" cap="flat" cmpd="sng">
              <a:prstDash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텍스트 상자 88"/>
            <p:cNvSpPr txBox="1">
              <a:spLocks/>
            </p:cNvSpPr>
            <p:nvPr/>
          </p:nvSpPr>
          <p:spPr>
            <a:xfrm rot="0">
              <a:off x="6596380" y="5023485"/>
              <a:ext cx="770890" cy="614680"/>
            </a:xfrm>
            <a:prstGeom prst="rect"/>
            <a:noFill/>
            <a:ln w="0" cap="flat" cmpd="sng">
              <a:solidFill>
                <a:srgbClr val="FFFFFF">
                  <a:alpha val="100000"/>
                </a:srgbClr>
              </a:solidFill>
              <a:prstDash val="solid"/>
            </a:ln>
          </p:spPr>
          <p:txBody>
            <a:bodyPr wrap="none" lIns="89535" tIns="46355" rIns="89535" bIns="46355" vert="horz" anchor="t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구매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선물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장바구니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90" name="텍스트 상자 89"/>
            <p:cNvSpPr txBox="1">
              <a:spLocks/>
            </p:cNvSpPr>
            <p:nvPr/>
          </p:nvSpPr>
          <p:spPr>
            <a:xfrm rot="0">
              <a:off x="7430770" y="5005070"/>
              <a:ext cx="920750" cy="614680"/>
            </a:xfrm>
            <a:prstGeom prst="rect"/>
            <a:noFill/>
            <a:ln w="0">
              <a:noFill/>
              <a:prstDash/>
            </a:ln>
          </p:spPr>
          <p:txBody>
            <a:bodyPr wrap="none" lIns="89535" tIns="46355" rIns="89535" bIns="46355" vert="horz" anchor="t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정보수정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포인트확인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등급확인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91" name="도형 90"/>
            <p:cNvSpPr>
              <a:spLocks/>
            </p:cNvSpPr>
            <p:nvPr/>
          </p:nvSpPr>
          <p:spPr>
            <a:xfrm rot="0">
              <a:off x="5722620" y="4102100"/>
              <a:ext cx="1004570" cy="49276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4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로그인</a:t>
              </a:r>
              <a:endParaRPr lang="ko-KR" altLang="en-US" sz="14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4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/회원가입</a:t>
              </a:r>
              <a:endParaRPr lang="ko-KR" altLang="en-US" sz="14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</p:grpSp>
      <p:sp>
        <p:nvSpPr>
          <p:cNvPr id="93" name="직사각형 92"/>
          <p:cNvSpPr>
            <a:spLocks/>
          </p:cNvSpPr>
          <p:nvPr/>
        </p:nvSpPr>
        <p:spPr>
          <a:xfrm rot="0">
            <a:off x="8637270" y="6337935"/>
            <a:ext cx="256540" cy="23241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13</a:t>
            </a:fld>
            <a:endParaRPr lang="ko-KR" altLang="en-US" sz="900" cap="none" dirty="0" smtClean="0" b="0">
              <a:gradFill rotWithShape="1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/>
              </a:gradFill>
              <a:latin typeface="나눔고딕" charset="0"/>
              <a:ea typeface="나눔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텍스트 상자 20"/>
          <p:cNvSpPr txBox="1">
            <a:spLocks/>
          </p:cNvSpPr>
          <p:nvPr/>
        </p:nvSpPr>
        <p:spPr>
          <a:xfrm rot="0">
            <a:off x="2292985" y="622935"/>
            <a:ext cx="3457575" cy="339090"/>
          </a:xfrm>
          <a:prstGeom prst="rect"/>
          <a:noFill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구조도</a:t>
            </a:r>
            <a:endParaRPr lang="ko-KR" altLang="en-US" sz="16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5" name="도형 64"/>
          <p:cNvSpPr>
            <a:spLocks/>
          </p:cNvSpPr>
          <p:nvPr/>
        </p:nvSpPr>
        <p:spPr>
          <a:xfrm rot="0">
            <a:off x="309880" y="241300"/>
            <a:ext cx="443865" cy="3079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2-3</a:t>
            </a:r>
            <a:endParaRPr lang="ko-KR" altLang="en-US" sz="14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14" name="도형 13"/>
          <p:cNvCxnSpPr/>
          <p:nvPr/>
        </p:nvCxnSpPr>
        <p:spPr>
          <a:xfrm rot="0">
            <a:off x="424180" y="541020"/>
            <a:ext cx="1910715" cy="1270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도형 14"/>
          <p:cNvCxnSpPr/>
          <p:nvPr/>
        </p:nvCxnSpPr>
        <p:spPr>
          <a:xfrm rot="0" flipV="1">
            <a:off x="2411730" y="539750"/>
            <a:ext cx="6312535" cy="2540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2"/>
          <p:cNvSpPr txBox="1">
            <a:spLocks/>
          </p:cNvSpPr>
          <p:nvPr>
            <p:ph type="ctrTitle"/>
          </p:nvPr>
        </p:nvSpPr>
        <p:spPr>
          <a:xfrm rot="0">
            <a:off x="321310" y="935355"/>
            <a:ext cx="2015490" cy="14712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Empty Bottle</a:t>
            </a:r>
            <a:endParaRPr lang="ko-KR" altLang="en-US" sz="18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6" name="도형 65"/>
          <p:cNvSpPr>
            <a:spLocks/>
          </p:cNvSpPr>
          <p:nvPr/>
        </p:nvSpPr>
        <p:spPr>
          <a:xfrm rot="0">
            <a:off x="2410460" y="1101725"/>
            <a:ext cx="6311265" cy="3335020"/>
          </a:xfrm>
          <a:prstGeom prst="rect"/>
          <a:solidFill>
            <a:srgbClr val="FFFFFF"/>
          </a:solidFill>
          <a:ln w="254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endParaRPr lang="ko-KR" altLang="en-US" sz="1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grpSp>
        <p:nvGrpSpPr>
          <p:cNvPr id="107" name="그룹 106"/>
          <p:cNvGrpSpPr/>
          <p:nvPr/>
        </p:nvGrpSpPr>
        <p:grpSpPr>
          <a:xfrm rot="0">
            <a:off x="2523490" y="1280160"/>
            <a:ext cx="6084570" cy="2863850"/>
            <a:chOff x="2523490" y="1280160"/>
            <a:chExt cx="6084570" cy="2863850"/>
          </a:xfrm>
        </p:grpSpPr>
        <p:sp>
          <p:nvSpPr>
            <p:cNvPr id="67" name="도형 66"/>
            <p:cNvSpPr>
              <a:spLocks/>
            </p:cNvSpPr>
            <p:nvPr/>
          </p:nvSpPr>
          <p:spPr>
            <a:xfrm rot="0">
              <a:off x="2523490" y="1280160"/>
              <a:ext cx="6085205" cy="2864485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endParaRPr lang="ko-KR" altLang="en-US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68" name="텍스트 상자 67"/>
            <p:cNvSpPr txBox="1">
              <a:spLocks/>
            </p:cNvSpPr>
            <p:nvPr/>
          </p:nvSpPr>
          <p:spPr>
            <a:xfrm rot="0">
              <a:off x="4906010" y="1355090"/>
              <a:ext cx="1323975" cy="371475"/>
            </a:xfrm>
            <a:prstGeom prst="rect"/>
            <a:noFill/>
            <a:ln w="0" cap="flat" cmpd="sng">
              <a:solidFill>
                <a:srgbClr val="FFFFFF">
                  <a:alpha val="100000"/>
                </a:srgbClr>
              </a:solidFill>
              <a:prstDash val="solid"/>
            </a:ln>
          </p:spPr>
          <p:txBody>
            <a:bodyPr wrap="none" lIns="89535" tIns="46355" rIns="89535" bIns="46355" vert="horz" anchor="t">
              <a:noAutofit/>
            </a:bodyPr>
            <a:lstStyle/>
            <a:p>
              <a:pPr marL="0" indent="0" algn="l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8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안드로이드</a:t>
              </a:r>
              <a:endParaRPr lang="ko-KR" altLang="en-US" sz="18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73" name="도형 72"/>
            <p:cNvSpPr>
              <a:spLocks/>
            </p:cNvSpPr>
            <p:nvPr/>
          </p:nvSpPr>
          <p:spPr>
            <a:xfrm rot="0">
              <a:off x="5028565" y="1770380"/>
              <a:ext cx="1028700" cy="24638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6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로그인</a:t>
              </a:r>
              <a:endParaRPr lang="ko-KR" altLang="en-US" sz="16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74" name="도형 73"/>
            <p:cNvSpPr>
              <a:spLocks/>
            </p:cNvSpPr>
            <p:nvPr/>
          </p:nvSpPr>
          <p:spPr>
            <a:xfrm rot="0">
              <a:off x="3589020" y="2486025"/>
              <a:ext cx="1028700" cy="24638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6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관리자</a:t>
              </a:r>
              <a:endParaRPr lang="ko-KR" altLang="en-US" sz="16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76" name="도형 75"/>
            <p:cNvSpPr>
              <a:spLocks/>
            </p:cNvSpPr>
            <p:nvPr/>
          </p:nvSpPr>
          <p:spPr>
            <a:xfrm rot="0">
              <a:off x="6553835" y="2486025"/>
              <a:ext cx="1028700" cy="24638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6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회원</a:t>
              </a:r>
              <a:endParaRPr lang="ko-KR" altLang="en-US" sz="16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cxnSp>
          <p:nvCxnSpPr>
            <p:cNvPr id="77" name="도형 76"/>
            <p:cNvCxnSpPr/>
            <p:nvPr/>
          </p:nvCxnSpPr>
          <p:spPr>
            <a:xfrm rot="0" flipV="1">
              <a:off x="4096385" y="2287905"/>
              <a:ext cx="2977515" cy="11430"/>
            </a:xfrm>
            <a:prstGeom prst="line"/>
            <a:ln w="9525" cap="flat" cmpd="sng">
              <a:prstDash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도형 78"/>
            <p:cNvCxnSpPr/>
            <p:nvPr/>
          </p:nvCxnSpPr>
          <p:spPr>
            <a:xfrm rot="0" flipH="1">
              <a:off x="4011295" y="2730500"/>
              <a:ext cx="8255" cy="425450"/>
            </a:xfrm>
            <a:prstGeom prst="line"/>
            <a:ln w="9525" cap="flat" cmpd="sng">
              <a:prstDash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도형 79"/>
            <p:cNvSpPr>
              <a:spLocks/>
            </p:cNvSpPr>
            <p:nvPr/>
          </p:nvSpPr>
          <p:spPr>
            <a:xfrm rot="0">
              <a:off x="3249930" y="3023235"/>
              <a:ext cx="613410" cy="24638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상품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81" name="도형 80"/>
            <p:cNvSpPr>
              <a:spLocks/>
            </p:cNvSpPr>
            <p:nvPr/>
          </p:nvSpPr>
          <p:spPr>
            <a:xfrm rot="0">
              <a:off x="4154170" y="3022600"/>
              <a:ext cx="613410" cy="24638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회원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cxnSp>
          <p:nvCxnSpPr>
            <p:cNvPr id="82" name="도형 81"/>
            <p:cNvCxnSpPr/>
            <p:nvPr/>
          </p:nvCxnSpPr>
          <p:spPr>
            <a:xfrm rot="0">
              <a:off x="3861435" y="3145155"/>
              <a:ext cx="293370" cy="10795"/>
            </a:xfrm>
            <a:prstGeom prst="line"/>
            <a:ln w="9525" cap="flat" cmpd="sng">
              <a:prstDash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텍스트 상자 82"/>
            <p:cNvSpPr txBox="1">
              <a:spLocks/>
            </p:cNvSpPr>
            <p:nvPr/>
          </p:nvSpPr>
          <p:spPr>
            <a:xfrm rot="0">
              <a:off x="3286760" y="3324225"/>
              <a:ext cx="485775" cy="648970"/>
            </a:xfrm>
            <a:prstGeom prst="rect"/>
            <a:noFill/>
            <a:ln w="0" cap="flat" cmpd="sng">
              <a:solidFill>
                <a:srgbClr val="FFFFFF">
                  <a:alpha val="100000"/>
                </a:srgbClr>
              </a:solidFill>
              <a:prstDash val="solid"/>
            </a:ln>
          </p:spPr>
          <p:txBody>
            <a:bodyPr wrap="none" lIns="89535" tIns="46355" rIns="89535" bIns="46355" vert="horz" anchor="t">
              <a:noAutofit/>
            </a:bodyPr>
            <a:lstStyle/>
            <a:p>
              <a:pPr marL="0" indent="0" algn="l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추가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  <a:p>
              <a:pPr marL="0" indent="0" algn="l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삭제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  <a:p>
              <a:pPr marL="0" indent="0" algn="l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수정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84" name="텍스트 상자 83"/>
            <p:cNvSpPr txBox="1">
              <a:spLocks/>
            </p:cNvSpPr>
            <p:nvPr/>
          </p:nvSpPr>
          <p:spPr>
            <a:xfrm rot="0">
              <a:off x="4191000" y="3324225"/>
              <a:ext cx="485775" cy="648970"/>
            </a:xfrm>
            <a:prstGeom prst="rect"/>
            <a:noFill/>
            <a:ln w="0" cap="flat" cmpd="sng">
              <a:solidFill>
                <a:srgbClr val="FFFFFF">
                  <a:alpha val="100000"/>
                </a:srgbClr>
              </a:solidFill>
              <a:prstDash val="solid"/>
            </a:ln>
          </p:spPr>
          <p:txBody>
            <a:bodyPr wrap="none" lIns="89535" tIns="46355" rIns="89535" bIns="46355" vert="horz" anchor="t">
              <a:noAutofit/>
            </a:bodyPr>
            <a:lstStyle/>
            <a:p>
              <a:pPr marL="0" indent="0" algn="l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추가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  <a:p>
              <a:pPr marL="0" indent="0" algn="l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삭제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  <a:p>
              <a:pPr marL="0" indent="0" algn="l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수정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cxnSp>
          <p:nvCxnSpPr>
            <p:cNvPr id="92" name="도형 91"/>
            <p:cNvCxnSpPr/>
            <p:nvPr/>
          </p:nvCxnSpPr>
          <p:spPr>
            <a:xfrm rot="0">
              <a:off x="6055360" y="1892300"/>
              <a:ext cx="472440" cy="1905"/>
            </a:xfrm>
            <a:prstGeom prst="line"/>
            <a:ln w="9525" cap="flat" cmpd="sng">
              <a:prstDash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도형 92"/>
            <p:cNvSpPr>
              <a:spLocks/>
            </p:cNvSpPr>
            <p:nvPr/>
          </p:nvSpPr>
          <p:spPr>
            <a:xfrm rot="0">
              <a:off x="6525895" y="1807845"/>
              <a:ext cx="1028700" cy="24638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6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회원가입</a:t>
              </a:r>
              <a:endParaRPr lang="ko-KR" altLang="en-US" sz="16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94" name="도형 93"/>
            <p:cNvSpPr>
              <a:spLocks/>
            </p:cNvSpPr>
            <p:nvPr/>
          </p:nvSpPr>
          <p:spPr>
            <a:xfrm rot="0">
              <a:off x="5029200" y="2486025"/>
              <a:ext cx="1028700" cy="24638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6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매니저</a:t>
              </a:r>
              <a:endParaRPr lang="ko-KR" altLang="en-US" sz="16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cxnSp>
          <p:nvCxnSpPr>
            <p:cNvPr id="95" name="도형 94"/>
            <p:cNvCxnSpPr>
              <a:endCxn id="74" idx="0"/>
            </p:cNvCxnSpPr>
            <p:nvPr/>
          </p:nvCxnSpPr>
          <p:spPr>
            <a:xfrm rot="0" flipH="1">
              <a:off x="4102100" y="2287905"/>
              <a:ext cx="5715" cy="200025"/>
            </a:xfrm>
            <a:prstGeom prst="line"/>
            <a:ln w="9525" cap="flat" cmpd="sng">
              <a:prstDash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도형 95"/>
            <p:cNvCxnSpPr/>
            <p:nvPr/>
          </p:nvCxnSpPr>
          <p:spPr>
            <a:xfrm rot="0">
              <a:off x="5541645" y="2014855"/>
              <a:ext cx="2540" cy="473075"/>
            </a:xfrm>
            <a:prstGeom prst="line"/>
            <a:ln w="9525" cap="flat" cmpd="sng">
              <a:prstDash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도형 96"/>
            <p:cNvCxnSpPr/>
            <p:nvPr/>
          </p:nvCxnSpPr>
          <p:spPr>
            <a:xfrm rot="0" flipH="1" flipV="1">
              <a:off x="7062470" y="2287905"/>
              <a:ext cx="6350" cy="200025"/>
            </a:xfrm>
            <a:prstGeom prst="line"/>
            <a:ln w="9525" cap="flat" cmpd="sng">
              <a:prstDash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도형 97"/>
            <p:cNvCxnSpPr/>
            <p:nvPr/>
          </p:nvCxnSpPr>
          <p:spPr>
            <a:xfrm rot="0">
              <a:off x="5655945" y="2711450"/>
              <a:ext cx="5715" cy="444500"/>
            </a:xfrm>
            <a:prstGeom prst="line"/>
            <a:ln w="9525" cap="flat" cmpd="sng">
              <a:prstDash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도형 98"/>
            <p:cNvSpPr>
              <a:spLocks/>
            </p:cNvSpPr>
            <p:nvPr/>
          </p:nvSpPr>
          <p:spPr>
            <a:xfrm rot="0">
              <a:off x="4888230" y="3041650"/>
              <a:ext cx="613410" cy="24638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1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포인트</a:t>
              </a:r>
              <a:endParaRPr lang="ko-KR" altLang="en-US" sz="11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100" name="도형 99"/>
            <p:cNvSpPr>
              <a:spLocks/>
            </p:cNvSpPr>
            <p:nvPr/>
          </p:nvSpPr>
          <p:spPr>
            <a:xfrm rot="0">
              <a:off x="5792470" y="3032125"/>
              <a:ext cx="650240" cy="24638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바코드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cxnSp>
          <p:nvCxnSpPr>
            <p:cNvPr id="101" name="도형 100"/>
            <p:cNvCxnSpPr/>
            <p:nvPr/>
          </p:nvCxnSpPr>
          <p:spPr>
            <a:xfrm rot="0" flipV="1">
              <a:off x="5499735" y="3154045"/>
              <a:ext cx="294640" cy="11430"/>
            </a:xfrm>
            <a:prstGeom prst="line"/>
            <a:ln w="9525" cap="flat" cmpd="sng">
              <a:prstDash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텍스트 상자 101"/>
            <p:cNvSpPr txBox="1">
              <a:spLocks/>
            </p:cNvSpPr>
            <p:nvPr/>
          </p:nvSpPr>
          <p:spPr>
            <a:xfrm rot="0">
              <a:off x="4953000" y="3314700"/>
              <a:ext cx="485775" cy="279400"/>
            </a:xfrm>
            <a:prstGeom prst="rect"/>
            <a:noFill/>
            <a:ln w="0" cap="flat" cmpd="sng">
              <a:solidFill>
                <a:srgbClr val="FFFFFF">
                  <a:alpha val="100000"/>
                </a:srgbClr>
              </a:solidFill>
              <a:prstDash val="solid"/>
            </a:ln>
          </p:spPr>
          <p:txBody>
            <a:bodyPr wrap="none" lIns="89535" tIns="46355" rIns="89535" bIns="46355" vert="horz" anchor="t">
              <a:noAutofit/>
            </a:bodyPr>
            <a:lstStyle/>
            <a:p>
              <a:pPr marL="0" indent="0" algn="l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적립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sp>
          <p:nvSpPr>
            <p:cNvPr id="103" name="텍스트 상자 102"/>
            <p:cNvSpPr txBox="1">
              <a:spLocks/>
            </p:cNvSpPr>
            <p:nvPr/>
          </p:nvSpPr>
          <p:spPr>
            <a:xfrm rot="0">
              <a:off x="5829300" y="3305175"/>
              <a:ext cx="485775" cy="279400"/>
            </a:xfrm>
            <a:prstGeom prst="rect"/>
            <a:noFill/>
            <a:ln w="0" cap="flat" cmpd="sng">
              <a:solidFill>
                <a:srgbClr val="FFFFFF">
                  <a:alpha val="100000"/>
                </a:srgbClr>
              </a:solidFill>
              <a:prstDash val="solid"/>
            </a:ln>
          </p:spPr>
          <p:txBody>
            <a:bodyPr wrap="none" lIns="89535" tIns="46355" rIns="89535" bIns="46355" vert="horz" anchor="t">
              <a:noAutofit/>
            </a:bodyPr>
            <a:lstStyle/>
            <a:p>
              <a:pPr marL="0" indent="0" algn="l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인식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  <p:cxnSp>
          <p:nvCxnSpPr>
            <p:cNvPr id="104" name="도형 103"/>
            <p:cNvCxnSpPr/>
            <p:nvPr/>
          </p:nvCxnSpPr>
          <p:spPr>
            <a:xfrm rot="0" flipH="1">
              <a:off x="7052945" y="2730500"/>
              <a:ext cx="15875" cy="294005"/>
            </a:xfrm>
            <a:prstGeom prst="line"/>
            <a:ln w="9525" cap="flat" cmpd="sng">
              <a:prstDash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도형 104"/>
            <p:cNvSpPr>
              <a:spLocks/>
            </p:cNvSpPr>
            <p:nvPr/>
          </p:nvSpPr>
          <p:spPr>
            <a:xfrm rot="0">
              <a:off x="6734175" y="3022600"/>
              <a:ext cx="650240" cy="246380"/>
            </a:xfrm>
            <a:prstGeom prst="rect"/>
            <a:solidFill>
              <a:srgbClr val="FFFF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fontAlgn="auto" defTabSz="508000" ea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</a:pPr>
              <a:r>
                <a:rPr lang="en-US" altLang="ko-KR" sz="1200" cap="none" dirty="0" smtClean="0" b="0">
                  <a:solidFill>
                    <a:srgbClr val="000000"/>
                  </a:solidFill>
                  <a:latin typeface="맑은 고딕" charset="0"/>
                  <a:ea typeface="맑은 고딕" charset="0"/>
                </a:rPr>
                <a:t>웹뷰</a:t>
              </a:r>
              <a:endParaRPr lang="ko-KR" altLang="en-US" sz="1200" cap="none" dirty="0" smtClean="0" b="0">
                <a:solidFill>
                  <a:srgbClr val="000000"/>
                </a:solidFill>
                <a:latin typeface="맑은 고딕" charset="0"/>
                <a:ea typeface="맑은 고딕" charset="0"/>
              </a:endParaRPr>
            </a:p>
          </p:txBody>
        </p:sp>
      </p:grpSp>
      <p:sp>
        <p:nvSpPr>
          <p:cNvPr id="106" name="텍스트 상자 105"/>
          <p:cNvSpPr txBox="1">
            <a:spLocks/>
          </p:cNvSpPr>
          <p:nvPr/>
        </p:nvSpPr>
        <p:spPr>
          <a:xfrm>
            <a:off x="2292985" y="4741545"/>
            <a:ext cx="5681980" cy="132397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Github :</a:t>
            </a:r>
            <a:endParaRPr lang="ko-KR" altLang="en-US" sz="16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         Web - https://github.com/Guyclops/EmptyBottle</a:t>
            </a:r>
            <a:endParaRPr lang="ko-KR" altLang="en-US" sz="16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  <a:p>
            <a:pPr marL="0" indent="25400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Android - https://github.com/Guyclops/EBottle</a:t>
            </a:r>
            <a:endParaRPr lang="ko-KR" altLang="en-US" sz="16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  <a:p>
            <a:pPr marL="0" indent="25400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endParaRPr lang="ko-KR" altLang="en-US" sz="16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Hosting : http://ebottles.cafe24.com/</a:t>
            </a:r>
            <a:endParaRPr lang="ko-KR" altLang="en-US" sz="16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08" name="직사각형 107"/>
          <p:cNvSpPr>
            <a:spLocks/>
          </p:cNvSpPr>
          <p:nvPr/>
        </p:nvSpPr>
        <p:spPr>
          <a:xfrm rot="0">
            <a:off x="8637270" y="6337935"/>
            <a:ext cx="256540" cy="23241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14</a:t>
            </a:fld>
            <a:endParaRPr lang="ko-KR" altLang="en-US" sz="900" cap="none" dirty="0" smtClean="0" b="0">
              <a:gradFill rotWithShape="1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/>
              </a:gradFill>
              <a:latin typeface="나눔고딕" charset="0"/>
              <a:ea typeface="나눔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텍스트 상자 20"/>
          <p:cNvSpPr txBox="1">
            <a:spLocks/>
          </p:cNvSpPr>
          <p:nvPr/>
        </p:nvSpPr>
        <p:spPr>
          <a:xfrm rot="0">
            <a:off x="2292985" y="622935"/>
            <a:ext cx="3457575" cy="339090"/>
          </a:xfrm>
          <a:prstGeom prst="rect"/>
          <a:noFill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기능구현</a:t>
            </a:r>
            <a:endParaRPr lang="ko-KR" altLang="en-US" sz="16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5" name="도형 64"/>
          <p:cNvSpPr>
            <a:spLocks/>
          </p:cNvSpPr>
          <p:nvPr/>
        </p:nvSpPr>
        <p:spPr>
          <a:xfrm rot="0">
            <a:off x="309880" y="241300"/>
            <a:ext cx="443865" cy="3079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2-4</a:t>
            </a:r>
            <a:endParaRPr lang="ko-KR" altLang="en-US" sz="14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14" name="도형 13"/>
          <p:cNvCxnSpPr/>
          <p:nvPr/>
        </p:nvCxnSpPr>
        <p:spPr>
          <a:xfrm rot="0">
            <a:off x="424180" y="541020"/>
            <a:ext cx="1910715" cy="1270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도형 14"/>
          <p:cNvCxnSpPr/>
          <p:nvPr/>
        </p:nvCxnSpPr>
        <p:spPr>
          <a:xfrm rot="0" flipV="1">
            <a:off x="2411730" y="539750"/>
            <a:ext cx="6312535" cy="2540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2"/>
          <p:cNvSpPr txBox="1">
            <a:spLocks/>
          </p:cNvSpPr>
          <p:nvPr>
            <p:ph type="ctrTitle"/>
          </p:nvPr>
        </p:nvSpPr>
        <p:spPr>
          <a:xfrm rot="0">
            <a:off x="321310" y="935355"/>
            <a:ext cx="2015490" cy="14712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Empty Bottle</a:t>
            </a:r>
            <a:endParaRPr lang="ko-KR" altLang="en-US" sz="18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pic>
        <p:nvPicPr>
          <p:cNvPr id="66" name="그림 65" descr="C:/Users/kosmo_21/AppData/Roaming/PolarisOffice/ETemp/5760_5988400/fImage305435243811.jpe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2294890" y="1694815"/>
            <a:ext cx="2640965" cy="4683760"/>
          </a:xfrm>
          <a:prstGeom prst="rect"/>
          <a:noFill/>
        </p:spPr>
      </p:pic>
      <p:sp>
        <p:nvSpPr>
          <p:cNvPr id="67" name="텍스트 상자 66"/>
          <p:cNvSpPr txBox="1">
            <a:spLocks/>
          </p:cNvSpPr>
          <p:nvPr/>
        </p:nvSpPr>
        <p:spPr>
          <a:xfrm rot="0">
            <a:off x="2966085" y="1233170"/>
            <a:ext cx="1301115" cy="370840"/>
          </a:xfrm>
          <a:prstGeom prst="rect"/>
          <a:noFill/>
          <a:ln w="0"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ctr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메인화면</a:t>
            </a:r>
            <a:endParaRPr lang="ko-KR" altLang="en-US" sz="1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pic>
        <p:nvPicPr>
          <p:cNvPr id="68" name="그림 67" descr="C:/Users/kosmo_21/AppData/Roaming/PolarisOffice/ETemp/5760_5988400/fImage433515261322.jpeg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5750560" y="1704340"/>
            <a:ext cx="2763520" cy="4643755"/>
          </a:xfrm>
          <a:prstGeom prst="rect"/>
          <a:noFill/>
        </p:spPr>
      </p:pic>
      <p:sp>
        <p:nvSpPr>
          <p:cNvPr id="69" name="텍스트 상자 68"/>
          <p:cNvSpPr txBox="1">
            <a:spLocks/>
          </p:cNvSpPr>
          <p:nvPr/>
        </p:nvSpPr>
        <p:spPr>
          <a:xfrm rot="0">
            <a:off x="6469380" y="1233170"/>
            <a:ext cx="1301115" cy="370840"/>
          </a:xfrm>
          <a:prstGeom prst="rect"/>
          <a:noFill/>
          <a:ln w="0"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ctr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회원가입</a:t>
            </a:r>
            <a:endParaRPr lang="ko-KR" altLang="en-US" sz="1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0" name="직사각형 69"/>
          <p:cNvSpPr>
            <a:spLocks/>
          </p:cNvSpPr>
          <p:nvPr/>
        </p:nvSpPr>
        <p:spPr>
          <a:xfrm rot="0">
            <a:off x="8637270" y="6337935"/>
            <a:ext cx="256540" cy="23241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15</a:t>
            </a:fld>
            <a:endParaRPr lang="ko-KR" altLang="en-US" sz="900" cap="none" dirty="0" smtClean="0" b="0">
              <a:gradFill rotWithShape="1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/>
              </a:gradFill>
              <a:latin typeface="나눔고딕" charset="0"/>
              <a:ea typeface="나눔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텍스트 상자 20"/>
          <p:cNvSpPr txBox="1">
            <a:spLocks/>
          </p:cNvSpPr>
          <p:nvPr/>
        </p:nvSpPr>
        <p:spPr>
          <a:xfrm rot="0">
            <a:off x="2292985" y="622935"/>
            <a:ext cx="3457575" cy="339090"/>
          </a:xfrm>
          <a:prstGeom prst="rect"/>
          <a:noFill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기능구현</a:t>
            </a:r>
            <a:endParaRPr lang="ko-KR" altLang="en-US" sz="16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5" name="도형 64"/>
          <p:cNvSpPr>
            <a:spLocks/>
          </p:cNvSpPr>
          <p:nvPr/>
        </p:nvSpPr>
        <p:spPr>
          <a:xfrm rot="0">
            <a:off x="309880" y="241300"/>
            <a:ext cx="443865" cy="3079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2-5</a:t>
            </a:r>
            <a:endParaRPr lang="ko-KR" altLang="en-US" sz="14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14" name="도형 13"/>
          <p:cNvCxnSpPr/>
          <p:nvPr/>
        </p:nvCxnSpPr>
        <p:spPr>
          <a:xfrm rot="0">
            <a:off x="424180" y="541020"/>
            <a:ext cx="1910715" cy="1270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도형 14"/>
          <p:cNvCxnSpPr/>
          <p:nvPr/>
        </p:nvCxnSpPr>
        <p:spPr>
          <a:xfrm rot="0" flipV="1">
            <a:off x="2411730" y="539750"/>
            <a:ext cx="6312535" cy="2540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2"/>
          <p:cNvSpPr txBox="1">
            <a:spLocks/>
          </p:cNvSpPr>
          <p:nvPr>
            <p:ph type="ctrTitle"/>
          </p:nvPr>
        </p:nvSpPr>
        <p:spPr>
          <a:xfrm rot="0">
            <a:off x="321310" y="935355"/>
            <a:ext cx="2015490" cy="14712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Empty Bottle</a:t>
            </a:r>
            <a:endParaRPr lang="ko-KR" altLang="en-US" sz="18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7" name="텍스트 상자 66"/>
          <p:cNvSpPr txBox="1">
            <a:spLocks/>
          </p:cNvSpPr>
          <p:nvPr/>
        </p:nvSpPr>
        <p:spPr>
          <a:xfrm rot="0">
            <a:off x="2966085" y="1233170"/>
            <a:ext cx="1404620" cy="370840"/>
          </a:xfrm>
          <a:prstGeom prst="rect"/>
          <a:noFill/>
          <a:ln w="0"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ctr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회원로그인</a:t>
            </a:r>
            <a:endParaRPr lang="ko-KR" altLang="en-US" sz="1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9" name="텍스트 상자 68"/>
          <p:cNvSpPr txBox="1">
            <a:spLocks/>
          </p:cNvSpPr>
          <p:nvPr/>
        </p:nvSpPr>
        <p:spPr>
          <a:xfrm rot="0">
            <a:off x="6469380" y="1233170"/>
            <a:ext cx="1301115" cy="370840"/>
          </a:xfrm>
          <a:prstGeom prst="rect"/>
          <a:noFill/>
          <a:ln w="0"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ctr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기프티콘</a:t>
            </a:r>
            <a:endParaRPr lang="ko-KR" altLang="en-US" sz="1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pic>
        <p:nvPicPr>
          <p:cNvPr id="70" name="그림 69" descr="C:/Users/kosmo_21/AppData/Roaming/PolarisOffice/ETemp/5760_5988400/fImage99524568333.jpe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2294255" y="1619885"/>
            <a:ext cx="2716530" cy="4878705"/>
          </a:xfrm>
          <a:prstGeom prst="rect"/>
          <a:noFill/>
        </p:spPr>
      </p:pic>
      <p:pic>
        <p:nvPicPr>
          <p:cNvPr id="71" name="그림 70" descr="C:/Users/kosmo_21/AppData/Roaming/PolarisOffice/ETemp/5760_5988400/fImage572955697673.jpeg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5749925" y="1619250"/>
            <a:ext cx="2735580" cy="4881880"/>
          </a:xfrm>
          <a:prstGeom prst="rect"/>
          <a:noFill/>
        </p:spPr>
      </p:pic>
      <p:sp>
        <p:nvSpPr>
          <p:cNvPr id="72" name="직사각형 71"/>
          <p:cNvSpPr>
            <a:spLocks/>
          </p:cNvSpPr>
          <p:nvPr/>
        </p:nvSpPr>
        <p:spPr>
          <a:xfrm rot="0">
            <a:off x="8637270" y="6337935"/>
            <a:ext cx="256540" cy="23241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16</a:t>
            </a:fld>
            <a:endParaRPr lang="ko-KR" altLang="en-US" sz="900" cap="none" dirty="0" smtClean="0" b="0">
              <a:gradFill rotWithShape="1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/>
              </a:gradFill>
              <a:latin typeface="나눔고딕" charset="0"/>
              <a:ea typeface="나눔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텍스트 상자 20"/>
          <p:cNvSpPr txBox="1">
            <a:spLocks/>
          </p:cNvSpPr>
          <p:nvPr/>
        </p:nvSpPr>
        <p:spPr>
          <a:xfrm rot="0">
            <a:off x="2292985" y="622935"/>
            <a:ext cx="3457575" cy="339090"/>
          </a:xfrm>
          <a:prstGeom prst="rect"/>
          <a:noFill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기능구현</a:t>
            </a:r>
            <a:endParaRPr lang="ko-KR" altLang="en-US" sz="16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5" name="도형 64"/>
          <p:cNvSpPr>
            <a:spLocks/>
          </p:cNvSpPr>
          <p:nvPr/>
        </p:nvSpPr>
        <p:spPr>
          <a:xfrm rot="0">
            <a:off x="309880" y="241300"/>
            <a:ext cx="443865" cy="3079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2-6</a:t>
            </a:r>
            <a:endParaRPr lang="ko-KR" altLang="en-US" sz="14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14" name="도형 13"/>
          <p:cNvCxnSpPr/>
          <p:nvPr/>
        </p:nvCxnSpPr>
        <p:spPr>
          <a:xfrm rot="0">
            <a:off x="424180" y="541020"/>
            <a:ext cx="1910715" cy="1270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도형 14"/>
          <p:cNvCxnSpPr/>
          <p:nvPr/>
        </p:nvCxnSpPr>
        <p:spPr>
          <a:xfrm rot="0" flipV="1">
            <a:off x="2411730" y="539750"/>
            <a:ext cx="6312535" cy="2540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2"/>
          <p:cNvSpPr txBox="1">
            <a:spLocks/>
          </p:cNvSpPr>
          <p:nvPr>
            <p:ph type="ctrTitle"/>
          </p:nvPr>
        </p:nvSpPr>
        <p:spPr>
          <a:xfrm rot="0">
            <a:off x="321310" y="935355"/>
            <a:ext cx="2015490" cy="14712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Empty Bottle</a:t>
            </a:r>
            <a:endParaRPr lang="ko-KR" altLang="en-US" sz="18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7" name="텍스트 상자 66"/>
          <p:cNvSpPr txBox="1">
            <a:spLocks/>
          </p:cNvSpPr>
          <p:nvPr/>
        </p:nvSpPr>
        <p:spPr>
          <a:xfrm rot="0">
            <a:off x="2966085" y="1233170"/>
            <a:ext cx="1592580" cy="370840"/>
          </a:xfrm>
          <a:prstGeom prst="rect"/>
          <a:noFill/>
          <a:ln w="0"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ctr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기프티콘보기</a:t>
            </a:r>
            <a:endParaRPr lang="ko-KR" altLang="en-US" sz="1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9" name="텍스트 상자 68"/>
          <p:cNvSpPr txBox="1">
            <a:spLocks/>
          </p:cNvSpPr>
          <p:nvPr/>
        </p:nvSpPr>
        <p:spPr>
          <a:xfrm rot="0">
            <a:off x="6469380" y="1233170"/>
            <a:ext cx="1385570" cy="370840"/>
          </a:xfrm>
          <a:prstGeom prst="rect"/>
          <a:noFill/>
          <a:ln w="0"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ctr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관리자화면</a:t>
            </a:r>
            <a:endParaRPr lang="ko-KR" altLang="en-US" sz="1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pic>
        <p:nvPicPr>
          <p:cNvPr id="72" name="그림 71" descr="C:/Users/kosmo_21/AppData/Roaming/PolarisOffice/ETemp/5760_5988400/fImage831466104664.jpe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2294255" y="1619885"/>
            <a:ext cx="2726055" cy="4878705"/>
          </a:xfrm>
          <a:prstGeom prst="rect"/>
          <a:noFill/>
        </p:spPr>
      </p:pic>
      <p:pic>
        <p:nvPicPr>
          <p:cNvPr id="73" name="그림 72" descr="C:/Users/kosmo_21/AppData/Roaming/PolarisOffice/ETemp/5760_5988400/fImage550516115141.jpeg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5862955" y="1600835"/>
            <a:ext cx="2726055" cy="4890770"/>
          </a:xfrm>
          <a:prstGeom prst="rect"/>
          <a:noFill/>
        </p:spPr>
      </p:pic>
      <p:sp>
        <p:nvSpPr>
          <p:cNvPr id="74" name="직사각형 73"/>
          <p:cNvSpPr>
            <a:spLocks/>
          </p:cNvSpPr>
          <p:nvPr/>
        </p:nvSpPr>
        <p:spPr>
          <a:xfrm rot="0">
            <a:off x="8637270" y="6337935"/>
            <a:ext cx="256540" cy="23241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17</a:t>
            </a:fld>
            <a:endParaRPr lang="ko-KR" altLang="en-US" sz="900" cap="none" dirty="0" smtClean="0" b="0">
              <a:gradFill rotWithShape="1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/>
              </a:gradFill>
              <a:latin typeface="나눔고딕" charset="0"/>
              <a:ea typeface="나눔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텍스트 상자 20"/>
          <p:cNvSpPr txBox="1">
            <a:spLocks/>
          </p:cNvSpPr>
          <p:nvPr/>
        </p:nvSpPr>
        <p:spPr>
          <a:xfrm rot="0">
            <a:off x="2292985" y="622935"/>
            <a:ext cx="3457575" cy="339090"/>
          </a:xfrm>
          <a:prstGeom prst="rect"/>
          <a:noFill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기능구현</a:t>
            </a:r>
            <a:endParaRPr lang="ko-KR" altLang="en-US" sz="16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5" name="도형 64"/>
          <p:cNvSpPr>
            <a:spLocks/>
          </p:cNvSpPr>
          <p:nvPr/>
        </p:nvSpPr>
        <p:spPr>
          <a:xfrm rot="0">
            <a:off x="309880" y="241300"/>
            <a:ext cx="443865" cy="3079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2-7</a:t>
            </a:r>
            <a:endParaRPr lang="ko-KR" altLang="en-US" sz="14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14" name="도형 13"/>
          <p:cNvCxnSpPr/>
          <p:nvPr/>
        </p:nvCxnSpPr>
        <p:spPr>
          <a:xfrm rot="0">
            <a:off x="424180" y="541020"/>
            <a:ext cx="1910715" cy="1270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도형 14"/>
          <p:cNvCxnSpPr/>
          <p:nvPr/>
        </p:nvCxnSpPr>
        <p:spPr>
          <a:xfrm rot="0" flipV="1">
            <a:off x="2411730" y="539750"/>
            <a:ext cx="6312535" cy="2540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2"/>
          <p:cNvSpPr txBox="1">
            <a:spLocks/>
          </p:cNvSpPr>
          <p:nvPr>
            <p:ph type="ctrTitle"/>
          </p:nvPr>
        </p:nvSpPr>
        <p:spPr>
          <a:xfrm rot="0">
            <a:off x="321310" y="935355"/>
            <a:ext cx="2015490" cy="14712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Empty Bottle</a:t>
            </a:r>
            <a:endParaRPr lang="ko-KR" altLang="en-US" sz="18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7" name="텍스트 상자 66"/>
          <p:cNvSpPr txBox="1">
            <a:spLocks/>
          </p:cNvSpPr>
          <p:nvPr/>
        </p:nvSpPr>
        <p:spPr>
          <a:xfrm rot="0">
            <a:off x="2966085" y="1233170"/>
            <a:ext cx="1592580" cy="370840"/>
          </a:xfrm>
          <a:prstGeom prst="rect"/>
          <a:noFill/>
          <a:ln w="0"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ctr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관리자화면</a:t>
            </a:r>
            <a:endParaRPr lang="ko-KR" altLang="en-US" sz="1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9" name="텍스트 상자 68"/>
          <p:cNvSpPr txBox="1">
            <a:spLocks/>
          </p:cNvSpPr>
          <p:nvPr/>
        </p:nvSpPr>
        <p:spPr>
          <a:xfrm rot="0">
            <a:off x="6102350" y="1233170"/>
            <a:ext cx="2119630" cy="370840"/>
          </a:xfrm>
          <a:prstGeom prst="rect"/>
          <a:noFill/>
          <a:ln w="0"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ctr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상품 추가</a:t>
            </a:r>
            <a:endParaRPr lang="ko-KR" altLang="en-US" sz="1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pic>
        <p:nvPicPr>
          <p:cNvPr id="74" name="그림 73" descr="C:/Users/kosmo_21/AppData/Roaming/PolarisOffice/ETemp/5760_5988400/fImage599846527711.jpe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2294255" y="1694815"/>
            <a:ext cx="2716530" cy="4825365"/>
          </a:xfrm>
          <a:prstGeom prst="rect"/>
          <a:noFill/>
        </p:spPr>
      </p:pic>
      <p:pic>
        <p:nvPicPr>
          <p:cNvPr id="75" name="그림 74" descr="C:/Users/kosmo_21/AppData/Roaming/PolarisOffice/ETemp/5760_5988400/fImage480326538253.jpeg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5806440" y="1666875"/>
            <a:ext cx="2716530" cy="4834890"/>
          </a:xfrm>
          <a:prstGeom prst="rect"/>
          <a:noFill/>
        </p:spPr>
      </p:pic>
      <p:sp>
        <p:nvSpPr>
          <p:cNvPr id="76" name="직사각형 75"/>
          <p:cNvSpPr>
            <a:spLocks/>
          </p:cNvSpPr>
          <p:nvPr/>
        </p:nvSpPr>
        <p:spPr>
          <a:xfrm rot="0">
            <a:off x="8637270" y="6337935"/>
            <a:ext cx="256540" cy="23241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18</a:t>
            </a:fld>
            <a:endParaRPr lang="ko-KR" altLang="en-US" sz="900" cap="none" dirty="0" smtClean="0" b="0">
              <a:gradFill rotWithShape="1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/>
              </a:gradFill>
              <a:latin typeface="나눔고딕" charset="0"/>
              <a:ea typeface="나눔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텍스트 상자 20"/>
          <p:cNvSpPr txBox="1">
            <a:spLocks/>
          </p:cNvSpPr>
          <p:nvPr/>
        </p:nvSpPr>
        <p:spPr>
          <a:xfrm rot="0">
            <a:off x="2292985" y="622935"/>
            <a:ext cx="3457575" cy="339090"/>
          </a:xfrm>
          <a:prstGeom prst="rect"/>
          <a:noFill/>
        </p:spPr>
        <p:txBody>
          <a:bodyPr wrap="squar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600" cap="none" spc="-30" dirty="0" smtClean="0" b="1">
                <a:solidFill>
                  <a:srgbClr val="00B0F0"/>
                </a:solidFill>
                <a:latin typeface="맑은 고딕" charset="0"/>
                <a:ea typeface="맑은 고딕" charset="0"/>
              </a:rPr>
              <a:t>기능구현</a:t>
            </a:r>
            <a:endParaRPr lang="ko-KR" altLang="en-US" sz="1600" cap="none" dirty="0" smtClean="0" b="1">
              <a:solidFill>
                <a:srgbClr val="00B0F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5" name="도형 64"/>
          <p:cNvSpPr>
            <a:spLocks/>
          </p:cNvSpPr>
          <p:nvPr/>
        </p:nvSpPr>
        <p:spPr>
          <a:xfrm rot="0">
            <a:off x="309880" y="241300"/>
            <a:ext cx="443865" cy="30797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l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4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2-8</a:t>
            </a:r>
            <a:endParaRPr lang="ko-KR" altLang="en-US" sz="14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14" name="도형 13"/>
          <p:cNvCxnSpPr/>
          <p:nvPr/>
        </p:nvCxnSpPr>
        <p:spPr>
          <a:xfrm rot="0">
            <a:off x="424180" y="541020"/>
            <a:ext cx="1910715" cy="1270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도형 14"/>
          <p:cNvCxnSpPr/>
          <p:nvPr/>
        </p:nvCxnSpPr>
        <p:spPr>
          <a:xfrm rot="0" flipV="1">
            <a:off x="2411730" y="539750"/>
            <a:ext cx="6312535" cy="2540"/>
          </a:xfrm>
          <a:prstGeom prst="line"/>
          <a:ln w="3175" cap="flat" cmpd="sng">
            <a:solidFill>
              <a:schemeClr val="bg1">
                <a:lumMod val="95000"/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2"/>
          <p:cNvSpPr txBox="1">
            <a:spLocks/>
          </p:cNvSpPr>
          <p:nvPr>
            <p:ph type="ctrTitle"/>
          </p:nvPr>
        </p:nvSpPr>
        <p:spPr>
          <a:xfrm rot="0">
            <a:off x="321310" y="935355"/>
            <a:ext cx="2015490" cy="1471295"/>
          </a:xfrm>
          <a:prstGeom prst="rect"/>
        </p:spPr>
        <p:txBody>
          <a:bodyPr wrap="square" lIns="91440" tIns="45720" rIns="91440" bIns="45720" vert="horz" anchor="t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spc="-50" dirty="0" smtClean="0" b="1">
                <a:solidFill>
                  <a:srgbClr val="FFFFFF"/>
                </a:solidFill>
                <a:latin typeface="맑은 고딕" charset="0"/>
                <a:ea typeface="맑은 고딕" charset="0"/>
              </a:rPr>
              <a:t>Empty Bottle</a:t>
            </a:r>
            <a:endParaRPr lang="ko-KR" altLang="en-US" sz="1800" cap="none" dirty="0" smtClean="0" b="1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7" name="텍스트 상자 66"/>
          <p:cNvSpPr txBox="1">
            <a:spLocks/>
          </p:cNvSpPr>
          <p:nvPr/>
        </p:nvSpPr>
        <p:spPr>
          <a:xfrm rot="0">
            <a:off x="2523490" y="1233170"/>
            <a:ext cx="2270760" cy="370840"/>
          </a:xfrm>
          <a:prstGeom prst="rect"/>
          <a:noFill/>
          <a:ln w="0"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ctr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매니저 포인트적립</a:t>
            </a:r>
            <a:endParaRPr lang="ko-KR" altLang="en-US" sz="1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9" name="텍스트 상자 68"/>
          <p:cNvSpPr txBox="1">
            <a:spLocks/>
          </p:cNvSpPr>
          <p:nvPr/>
        </p:nvSpPr>
        <p:spPr>
          <a:xfrm rot="0">
            <a:off x="6102350" y="1233170"/>
            <a:ext cx="2119630" cy="370840"/>
          </a:xfrm>
          <a:prstGeom prst="rect"/>
          <a:noFill/>
          <a:ln w="0"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ctr" fontAlgn="auto" defTabSz="5080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1800" cap="none" dirty="0" smtClean="0" b="0">
                <a:solidFill>
                  <a:srgbClr val="FFFFFF"/>
                </a:solidFill>
                <a:latin typeface="맑은 고딕" charset="0"/>
                <a:ea typeface="맑은 고딕" charset="0"/>
              </a:rPr>
              <a:t>매니저 바코드인식</a:t>
            </a:r>
            <a:endParaRPr lang="ko-KR" altLang="en-US" sz="1800" cap="none" dirty="0" smtClean="0" b="0">
              <a:solidFill>
                <a:srgbClr val="FFFFFF"/>
              </a:solidFill>
              <a:latin typeface="맑은 고딕" charset="0"/>
              <a:ea typeface="맑은 고딕" charset="0"/>
            </a:endParaRPr>
          </a:p>
        </p:txBody>
      </p:sp>
      <p:pic>
        <p:nvPicPr>
          <p:cNvPr id="70" name="그림 69" descr="C:/Users/kosmo_21/AppData/Roaming/PolarisOffice/ETemp/5760_5988400/fImage697806946868.jpe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2294255" y="1713865"/>
            <a:ext cx="2707005" cy="4825365"/>
          </a:xfrm>
          <a:prstGeom prst="rect"/>
          <a:noFill/>
        </p:spPr>
      </p:pic>
      <p:pic>
        <p:nvPicPr>
          <p:cNvPr id="71" name="그림 70" descr="C:/Users/kosmo_21/AppData/Roaming/PolarisOffice/ETemp/5760_5988400/fImage1035766955547.jpeg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5797550" y="1723390"/>
            <a:ext cx="2716530" cy="4834890"/>
          </a:xfrm>
          <a:prstGeom prst="rect"/>
          <a:noFill/>
        </p:spPr>
      </p:pic>
      <p:sp>
        <p:nvSpPr>
          <p:cNvPr id="72" name="직사각형 71"/>
          <p:cNvSpPr>
            <a:spLocks/>
          </p:cNvSpPr>
          <p:nvPr/>
        </p:nvSpPr>
        <p:spPr>
          <a:xfrm rot="0">
            <a:off x="8637270" y="6337935"/>
            <a:ext cx="256540" cy="232410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algn="r" fontAlgn="auto" defTabSz="914400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fld id="{B9320F77-B9A0-41C5-862A-B4B631284C64}" type="slidenum">
              <a:rPr lang="en-US" altLang="ko-KR" sz="900" cap="none" dirty="0" smtClean="0" b="0">
                <a:gradFill rotWithShape="1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/>
                </a:gradFill>
                <a:latin typeface="나눔고딕" charset="0"/>
                <a:ea typeface="나눔고딕" charset="0"/>
              </a:rPr>
              <a:t>19</a:t>
            </a:fld>
            <a:endParaRPr lang="ko-KR" altLang="en-US" sz="900" cap="none" dirty="0" smtClean="0" b="0">
              <a:gradFill rotWithShape="1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/>
              </a:gradFill>
              <a:latin typeface="나눔고딕" charset="0"/>
              <a:ea typeface="나눔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 txBox="1">
            <a:spLocks/>
          </p:cNvSpPr>
          <p:nvPr>
            <p:ph type="ctrTitle"/>
          </p:nvPr>
        </p:nvSpPr>
        <p:spPr>
          <a:xfrm rot="0">
            <a:off x="275590" y="374650"/>
            <a:ext cx="7773035" cy="1470660"/>
          </a:xfrm>
          <a:prstGeom prst="rect"/>
        </p:spPr>
        <p:txBody>
          <a:bodyPr wrap="square" lIns="91440" tIns="45720" rIns="91440" bIns="45720" numCol="1" vert="horz" anchor="ctr">
            <a:normAutofit fontScale="100000" lnSpcReduction="0"/>
          </a:bodyPr>
          <a:lstStyle/>
          <a:p>
            <a:pPr marL="0" indent="0" algn="l" fontAlgn="auto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altLang="ko-KR" sz="3600" cap="none" spc="-50" dirty="0" smtClean="0" b="0">
                <a:latin typeface="맑은 고딕" charset="0"/>
                <a:ea typeface="맑은 고딕" charset="0"/>
              </a:rPr>
              <a:t>감사합니다</a:t>
            </a:r>
            <a:r>
              <a:rPr lang="en-US" altLang="ko-KR" sz="3600" cap="none" dirty="0" smtClean="0" b="1">
                <a:latin typeface="맑은 고딕" charset="0"/>
                <a:ea typeface="맑은 고딕" charset="0"/>
              </a:rPr>
              <a:t>.</a:t>
            </a:r>
            <a:endParaRPr lang="ko-KR" altLang="en-US" sz="3600" cap="none" dirty="0" smtClean="0" b="1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사용자 지정 6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B0F0"/>
      </a:hlink>
      <a:folHlink>
        <a:srgbClr val="595959"/>
      </a:folHlink>
    </a:clrScheme>
    <a:fontScheme name="나눔명조 ExtraBold">
      <a:majorFont>
        <a:latin typeface="나눔명조 ExtraBold"/>
        <a:ea typeface="나눔명조 ExtraBold"/>
        <a:cs typeface=""/>
      </a:majorFont>
      <a:minorFont>
        <a:latin typeface="나눔명조 ExtraBold"/>
        <a:ea typeface="나눔명조 ExtraBol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adFill flip="none" rotWithShape="1">
          <a:gsLst>
            <a:gs pos="1000">
              <a:srgbClr val="78DCF0"/>
            </a:gs>
            <a:gs pos="5000">
              <a:srgbClr val="30C9E8"/>
            </a:gs>
            <a:gs pos="70000">
              <a:srgbClr val="0D515F"/>
            </a:gs>
          </a:gsLst>
          <a:lin ang="2700000" scaled="1"/>
          <a:tileRect/>
        </a:gradFill>
        <a:ln>
          <a:noFill/>
        </a:ln>
        <a:effectLst>
          <a:outerShdw blurRad="101600" dist="76200" algn="tl" rotWithShape="0">
            <a:prstClr val="black">
              <a:alpha val="55000"/>
            </a:prstClr>
          </a:outerShdw>
        </a:effectLst>
      </a:spPr>
      <a:bodyPr rtlCol="0" anchor="ctr"/>
      <a:lstStyle>
        <a:defPPr algn="ctr">
          <a:defRPr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맑은 고딕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맑은 고딕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맑은 고딕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맑은 고딕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20</Pages>
  <Paragraphs>157</Paragraphs>
  <Words>412</Words>
  <TotalTime>0</TotalTime>
  <MMClips>0</MMClips>
  <ScaleCrop>false</ScaleCrop>
  <HeadingPairs>
    <vt:vector size="2" baseType="variant">
      <vt:variant>
        <vt:lpstr>제목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네이버 한글캠페인</dc:creator>
  <cp:lastModifiedBy>꾸 등</cp:lastModifiedBy>
  <dc:title>슬라이드 1</dc:title>
  <dcterms:modified xsi:type="dcterms:W3CDTF">2011-10-19T09:51:19Z</dcterms:modified>
</cp:coreProperties>
</file>