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package" ContentType="application/vnd.openxmlformats-officedocument.package"/>
  <Default Extension="png" ContentType="image/pn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charts/chart6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theme/theme5.xml" ContentType="application/vnd.openxmlformats-officedocument.theme+xml"/>
  <Override PartName="/ppt/slideMasters/slideMaster6.xml" ContentType="application/vnd.openxmlformats-officedocument.presentationml.slideMaster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theme/theme7.xml" ContentType="application/vnd.openxmlformats-officedocument.theme+xml"/>
  <Override PartName="/ppt/slideMasters/slideMaster8.xml" ContentType="application/vnd.openxmlformats-officedocument.presentationml.slideMaster+xml"/>
  <Override PartName="/ppt/theme/theme8.xml" ContentType="application/vnd.openxmlformats-officedocument.theme+xml"/>
  <Override PartName="/ppt/slideMasters/slideMaster9.xml" ContentType="application/vnd.openxmlformats-officedocument.presentationml.slideMaster+xml"/>
  <Override PartName="/ppt/theme/theme9.xml" ContentType="application/vnd.openxmlformats-officedocument.theme+xml"/>
  <Override PartName="/ppt/slideMasters/slideMaster10.xml" ContentType="application/vnd.openxmlformats-officedocument.presentationml.slideMaster+xml"/>
  <Override PartName="/ppt/theme/theme10.xml" ContentType="application/vnd.openxmlformats-officedocument.theme+xml"/>
  <Override PartName="/ppt/handoutMasters/handoutMaster1.xml" ContentType="application/vnd.openxmlformats-officedocument.presentationml.handoutMaster+xml"/>
  <Override PartName="/ppt/theme/theme11.xml" ContentType="application/vnd.openxmlformats-officedocument.theme+xml"/>
  <Override PartName="/ppt/notesMasters/notesMaster1.xml" ContentType="application/vnd.openxmlformats-officedocument.presentationml.notesMaster+xml"/>
  <Override PartName="/ppt/theme/theme1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1" saveSubsetFonts="1">
  <p:sldMasterIdLst>
    <p:sldMasterId id="2147484384" r:id="rId68"/>
    <p:sldMasterId id="2147484385" r:id="rId70"/>
    <p:sldMasterId id="2147484386" r:id="rId72"/>
    <p:sldMasterId id="2147484387" r:id="rId74"/>
    <p:sldMasterId id="2147484388" r:id="rId76"/>
    <p:sldMasterId id="2147484389" r:id="rId78"/>
    <p:sldMasterId id="2147484390" r:id="rId80"/>
    <p:sldMasterId id="2147484391" r:id="rId82"/>
    <p:sldMasterId id="2147484392" r:id="rId84"/>
    <p:sldMasterId id="2147484393" r:id="rId86"/>
  </p:sldMasterIdLst>
  <p:notesMasterIdLst>
    <p:notesMasterId r:id="rId90"/>
  </p:notesMasterIdLst>
  <p:handoutMasterIdLst>
    <p:handoutMasterId r:id="rId88"/>
  </p:handoutMasterIdLst>
  <p:sldIdLst>
    <p:sldId id="290" r:id="rId92"/>
    <p:sldId id="286" r:id="rId94"/>
    <p:sldId id="291" r:id="rId95"/>
    <p:sldId id="258" r:id="rId96"/>
    <p:sldId id="277" r:id="rId97"/>
    <p:sldId id="260" r:id="rId98"/>
    <p:sldId id="292" r:id="rId100"/>
    <p:sldId id="293" r:id="rId102"/>
    <p:sldId id="294" r:id="rId104"/>
    <p:sldId id="295" r:id="rId106"/>
    <p:sldId id="296" r:id="rId108"/>
    <p:sldId id="297" r:id="rId109"/>
    <p:sldId id="298" r:id="rId111"/>
    <p:sldId id="299" r:id="rId113"/>
    <p:sldId id="300" r:id="rId115"/>
    <p:sldId id="301" r:id="rId117"/>
    <p:sldId id="302" r:id="rId119"/>
    <p:sldId id="303" r:id="rId121"/>
    <p:sldId id="304" r:id="rId123"/>
    <p:sldId id="306" r:id="rId125"/>
    <p:sldId id="305" r:id="rId126"/>
    <p:sldId id="307" r:id="rId128"/>
    <p:sldId id="308" r:id="rId130"/>
    <p:sldId id="309" r:id="rId132"/>
    <p:sldId id="310" r:id="rId134"/>
    <p:sldId id="311" r:id="rId136"/>
    <p:sldId id="271" r:id="rId138"/>
  </p:sldIdLst>
  <p:sldSz cx="9144000" cy="6858000"/>
  <p:notesSz cx="6797675" cy="9926955"/>
  <p:embeddedFontLst>
    <p:embeddedFont>
      <p:font typeface="나눔명조 ExtraBold" pitchFamily="18" charset="-127"/>
      <p:bold r:id="rId1"/>
    </p:embeddedFont>
    <p:embeddedFont>
      <p:font typeface="나눔고딕" pitchFamily="50" charset="-127"/>
      <p:regular r:id="rId5"/>
      <p:bold r:id="rId3"/>
    </p:embeddedFont>
    <p:embeddedFont>
      <p:font typeface="나눔고딕 ExtraBold" pitchFamily="50" charset="-127"/>
      <p:bold r:id="rId2"/>
    </p:embeddedFont>
    <p:embeddedFont>
      <p:font typeface="맑은 고딕" pitchFamily="50" charset="-127"/>
      <p:regular r:id="rId6"/>
      <p:bold r:id="rId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08" userDrawn="1">
          <p15:clr>
            <a:srgbClr val="A4A3A4"/>
          </p15:clr>
        </p15:guide>
        <p15:guide id="5" pos="267" userDrawn="1">
          <p15:clr>
            <a:srgbClr val="A4A3A4"/>
          </p15:clr>
        </p15:guide>
        <p15:guide id="6" pos="5487" userDrawn="1">
          <p15:clr>
            <a:srgbClr val="A4A3A4"/>
          </p15:clr>
        </p15:guide>
        <p15:guide id="7" pos="1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99CCFF"/>
    <a:srgbClr val="2D2D2D"/>
    <a:srgbClr val="373737"/>
    <a:srgbClr val="323232"/>
    <a:srgbClr val="282828"/>
    <a:srgbClr val="00D0C6"/>
    <a:srgbClr val="0082B0"/>
    <a:srgbClr val="00708A"/>
    <a:srgbClr val="106EA8"/>
    <a:srgbClr val="0973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12402" autoAdjust="0"/>
    <p:restoredTop sz="86364" autoAdjust="0"/>
  </p:normalViewPr>
  <p:slideViewPr>
    <p:cSldViewPr snapToGrid="1" snapToObjects="1">
      <p:cViewPr>
        <p:scale>
          <a:sx n="66" d="100"/>
          <a:sy n="66" d="100"/>
        </p:scale>
        <p:origin x="-1410" y="-366"/>
      </p:cViewPr>
      <p:guideLst>
        <p:guide orient="horz" pos="4108"/>
        <p:guide pos="267"/>
        <p:guide pos="5487"/>
        <p:guide pos="15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1" snapToObjects="1">
      <p:cViewPr varScale="1">
        <p:scale>
          <a:sx n="52" d="100"/>
          <a:sy n="52" d="100"/>
        </p:scale>
        <p:origin x="-2580" y="-90"/>
      </p:cViewPr>
      <p:guideLst>
        <p:guide orient="horz" pos="4108"/>
        <p:guide pos="267"/>
        <p:guide pos="5487"/>
        <p:guide pos="1511"/>
      </p:guideLst>
    </p:cSldViewPr>
  </p:notesViewPr>
  <p:gridSpacing cx="73736200" cy="7373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1.fntdata"></Relationship><Relationship Id="rId2" Type="http://schemas.openxmlformats.org/officeDocument/2006/relationships/font" Target="fonts/font4.fntdata"></Relationship><Relationship Id="rId3" Type="http://schemas.openxmlformats.org/officeDocument/2006/relationships/font" Target="fonts/font3.fntdata"></Relationship><Relationship Id="rId4" Type="http://schemas.openxmlformats.org/officeDocument/2006/relationships/font" Target="fonts/font6.fntdata"></Relationship><Relationship Id="rId5" Type="http://schemas.openxmlformats.org/officeDocument/2006/relationships/font" Target="fonts/font2.fntdata"></Relationship><Relationship Id="rId6" Type="http://schemas.openxmlformats.org/officeDocument/2006/relationships/font" Target="fonts/font5.fntdata"></Relationship><Relationship Id="rId7" Type="http://schemas.openxmlformats.org/officeDocument/2006/relationships/tableStyles" Target="tableStyles.xml"></Relationship><Relationship Id="rId68" Type="http://schemas.openxmlformats.org/officeDocument/2006/relationships/slideMaster" Target="slideMasters/slideMaster1.xml"></Relationship><Relationship Id="rId69" Type="http://schemas.openxmlformats.org/officeDocument/2006/relationships/theme" Target="theme/theme1.xml"></Relationship><Relationship Id="rId70" Type="http://schemas.openxmlformats.org/officeDocument/2006/relationships/slideMaster" Target="slideMasters/slideMaster2.xml"></Relationship><Relationship Id="rId72" Type="http://schemas.openxmlformats.org/officeDocument/2006/relationships/slideMaster" Target="slideMasters/slideMaster3.xml"></Relationship><Relationship Id="rId74" Type="http://schemas.openxmlformats.org/officeDocument/2006/relationships/slideMaster" Target="slideMasters/slideMaster4.xml"></Relationship><Relationship Id="rId76" Type="http://schemas.openxmlformats.org/officeDocument/2006/relationships/slideMaster" Target="slideMasters/slideMaster5.xml"></Relationship><Relationship Id="rId78" Type="http://schemas.openxmlformats.org/officeDocument/2006/relationships/slideMaster" Target="slideMasters/slideMaster6.xml"></Relationship><Relationship Id="rId80" Type="http://schemas.openxmlformats.org/officeDocument/2006/relationships/slideMaster" Target="slideMasters/slideMaster7.xml"></Relationship><Relationship Id="rId82" Type="http://schemas.openxmlformats.org/officeDocument/2006/relationships/slideMaster" Target="slideMasters/slideMaster8.xml"></Relationship><Relationship Id="rId84" Type="http://schemas.openxmlformats.org/officeDocument/2006/relationships/slideMaster" Target="slideMasters/slideMaster9.xml"></Relationship><Relationship Id="rId86" Type="http://schemas.openxmlformats.org/officeDocument/2006/relationships/slideMaster" Target="slideMasters/slideMaster10.xml"></Relationship><Relationship Id="rId88" Type="http://schemas.openxmlformats.org/officeDocument/2006/relationships/handoutMaster" Target="handoutMasters/handoutMaster1.xml"></Relationship><Relationship Id="rId90" Type="http://schemas.openxmlformats.org/officeDocument/2006/relationships/notesMaster" Target="notesMasters/notesMaster1.xml"></Relationship><Relationship Id="rId92" Type="http://schemas.openxmlformats.org/officeDocument/2006/relationships/slide" Target="slides/slide1.xml"></Relationship><Relationship Id="rId94" Type="http://schemas.openxmlformats.org/officeDocument/2006/relationships/slide" Target="slides/slide2.xml"></Relationship><Relationship Id="rId95" Type="http://schemas.openxmlformats.org/officeDocument/2006/relationships/slide" Target="slides/slide3.xml"></Relationship><Relationship Id="rId96" Type="http://schemas.openxmlformats.org/officeDocument/2006/relationships/slide" Target="slides/slide4.xml"></Relationship><Relationship Id="rId97" Type="http://schemas.openxmlformats.org/officeDocument/2006/relationships/slide" Target="slides/slide5.xml"></Relationship><Relationship Id="rId98" Type="http://schemas.openxmlformats.org/officeDocument/2006/relationships/slide" Target="slides/slide6.xml"></Relationship><Relationship Id="rId100" Type="http://schemas.openxmlformats.org/officeDocument/2006/relationships/slide" Target="slides/slide7.xml"></Relationship><Relationship Id="rId102" Type="http://schemas.openxmlformats.org/officeDocument/2006/relationships/slide" Target="slides/slide8.xml"></Relationship><Relationship Id="rId104" Type="http://schemas.openxmlformats.org/officeDocument/2006/relationships/slide" Target="slides/slide9.xml"></Relationship><Relationship Id="rId106" Type="http://schemas.openxmlformats.org/officeDocument/2006/relationships/slide" Target="slides/slide10.xml"></Relationship><Relationship Id="rId108" Type="http://schemas.openxmlformats.org/officeDocument/2006/relationships/slide" Target="slides/slide11.xml"></Relationship><Relationship Id="rId109" Type="http://schemas.openxmlformats.org/officeDocument/2006/relationships/slide" Target="slides/slide12.xml"></Relationship><Relationship Id="rId111" Type="http://schemas.openxmlformats.org/officeDocument/2006/relationships/slide" Target="slides/slide13.xml"></Relationship><Relationship Id="rId113" Type="http://schemas.openxmlformats.org/officeDocument/2006/relationships/slide" Target="slides/slide14.xml"></Relationship><Relationship Id="rId115" Type="http://schemas.openxmlformats.org/officeDocument/2006/relationships/slide" Target="slides/slide15.xml"></Relationship><Relationship Id="rId117" Type="http://schemas.openxmlformats.org/officeDocument/2006/relationships/slide" Target="slides/slide16.xml"></Relationship><Relationship Id="rId119" Type="http://schemas.openxmlformats.org/officeDocument/2006/relationships/slide" Target="slides/slide17.xml"></Relationship><Relationship Id="rId121" Type="http://schemas.openxmlformats.org/officeDocument/2006/relationships/slide" Target="slides/slide18.xml"></Relationship><Relationship Id="rId123" Type="http://schemas.openxmlformats.org/officeDocument/2006/relationships/slide" Target="slides/slide19.xml"></Relationship><Relationship Id="rId125" Type="http://schemas.openxmlformats.org/officeDocument/2006/relationships/slide" Target="slides/slide20.xml"></Relationship><Relationship Id="rId126" Type="http://schemas.openxmlformats.org/officeDocument/2006/relationships/slide" Target="slides/slide21.xml"></Relationship><Relationship Id="rId128" Type="http://schemas.openxmlformats.org/officeDocument/2006/relationships/slide" Target="slides/slide22.xml"></Relationship><Relationship Id="rId130" Type="http://schemas.openxmlformats.org/officeDocument/2006/relationships/slide" Target="slides/slide23.xml"></Relationship><Relationship Id="rId132" Type="http://schemas.openxmlformats.org/officeDocument/2006/relationships/slide" Target="slides/slide24.xml"></Relationship><Relationship Id="rId134" Type="http://schemas.openxmlformats.org/officeDocument/2006/relationships/slide" Target="slides/slide25.xml"></Relationship><Relationship Id="rId136" Type="http://schemas.openxmlformats.org/officeDocument/2006/relationships/slide" Target="slides/slide26.xml"></Relationship><Relationship Id="rId138" Type="http://schemas.openxmlformats.org/officeDocument/2006/relationships/slide" Target="slides/slide27.xml"></Relationship><Relationship Id="rId139" Type="http://schemas.openxmlformats.org/officeDocument/2006/relationships/viewProps" Target="viewProps.xml"></Relationship><Relationship Id="rId140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11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ECFA4-89E8-4268-9C88-1ED14DC42D0E}" type="datetimeFigureOut">
              <a:rPr lang="ko-KR" altLang="en-US" smtClean="0"/>
              <a:pPr/>
              <a:t>2011-10-19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1E4FE-08F6-4517-BD2F-2D3EFB00A3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EEFE4-19A1-4A65-B089-0C267B1C7D65}" type="datetimeFigureOut">
              <a:rPr lang="ko-KR" altLang="en-US" smtClean="0"/>
              <a:pPr/>
              <a:t>2011-10-19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06550" y="661253"/>
            <a:ext cx="5184576" cy="388925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6184B-23F9-4FFD-8DCA-0B8A99BF55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0.xml"></Relationship></Relationships>
</file>

<file path=ppt/notesSlides/_rels/notesSlide12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7.xml"></Relationship></Relationships>
</file>

<file path=ppt/notesSlides/_rels/notesSlide18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8.xml"></Relationship></Relationships>
</file>

<file path=ppt/notesSlides/_rels/notesSlide19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9.xml"></Relationship></Relationships>
</file>

<file path=ppt/notesSlides/_rels/notesSlide21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1.xml"></Relationship></Relationships>
</file>

<file path=ppt/notesSlides/_rels/notesSlide22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4.xml"></Relationship></Relationships>
</file>

<file path=ppt/notesSlides/_rels/notesSlide2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5.xml"></Relationship></Relationships>
</file>

<file path=ppt/notesSlides/_rels/notesSlide26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6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06450" y="661988"/>
            <a:ext cx="5184775" cy="38877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6184B-23F9-4FFD-8DCA-0B8A99BF55FF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06450" y="661988"/>
            <a:ext cx="5184775" cy="38877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6184B-23F9-4FFD-8DCA-0B8A99BF55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680" cy="388937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40045" cy="44691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670" cy="49847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680" cy="388937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40045" cy="44691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670" cy="49847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680" cy="388937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40045" cy="44691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670" cy="49847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hangeul.naver.com/font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hangeul.naver.com/font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82329141.png"></Relationship><Relationship Id="rId3" Type="http://schemas.openxmlformats.org/officeDocument/2006/relationships/hyperlink" Target="http://hangeul.naver.com/font" TargetMode="Externa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8232958467.png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8232976334.png"></Relationship><Relationship Id="rId3" Type="http://schemas.openxmlformats.org/officeDocument/2006/relationships/hyperlink" Target="http://hangeul.naver.com/font" TargetMode="Externa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8233056500.png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8233239169.png"></Relationship><Relationship Id="rId3" Type="http://schemas.openxmlformats.org/officeDocument/2006/relationships/hyperlink" Target="http://hangeul.naver.com/font" TargetMode="External"></Relationship></Relationships>
</file>

<file path=ppt/slideLayouts/_rels/slideLayout1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8233275724.png"></Relationship></Relationships>
</file>

<file path=ppt/slideLayouts/_rels/slideLayout1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8233291478.png"></Relationship><Relationship Id="rId3" Type="http://schemas.openxmlformats.org/officeDocument/2006/relationships/hyperlink" Target="http://hangeul.naver.com/font" TargetMode="External"></Relationship></Relationships>
</file>

<file path=ppt/slideLayouts/_rels/slideLayout1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8233379358.png"></Relationship></Relationships>
</file>

<file path=ppt/slideLayouts/_rels/slideLayout1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1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1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Relationship Id="rId2" Type="http://schemas.openxmlformats.org/officeDocument/2006/relationships/image" Target="../media/fImage18233646962.png"></Relationship><Relationship Id="rId3" Type="http://schemas.openxmlformats.org/officeDocument/2006/relationships/hyperlink" Target="http://hangeul.naver.com/font" TargetMode="External"></Relationship></Relationships>
</file>

<file path=ppt/slideLayouts/_rels/slideLayout2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Relationship Id="rId2" Type="http://schemas.openxmlformats.org/officeDocument/2006/relationships/image" Target="../media/fImage18233684464.png"></Relationship></Relationships>
</file>

<file path=ppt/slideLayouts/_rels/slideLayout2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Relationship Id="rId2" Type="http://schemas.openxmlformats.org/officeDocument/2006/relationships/image" Target="../media/fImage18233705705.png"></Relationship><Relationship Id="rId3" Type="http://schemas.openxmlformats.org/officeDocument/2006/relationships/hyperlink" Target="http://hangeul.naver.com/font" TargetMode="External"></Relationship></Relationships>
</file>

<file path=ppt/slideLayouts/_rels/slideLayout2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Relationship Id="rId2" Type="http://schemas.openxmlformats.org/officeDocument/2006/relationships/image" Target="../media/fImage18233788145.png"></Relationship></Relationships>
</file>

<file path=ppt/slideLayouts/_rels/slideLayout2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2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2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Relationship Id="rId2" Type="http://schemas.openxmlformats.org/officeDocument/2006/relationships/image" Target="../media/fImage18234303281.png"></Relationship><Relationship Id="rId3" Type="http://schemas.openxmlformats.org/officeDocument/2006/relationships/hyperlink" Target="http://hangeul.naver.com/font" TargetMode="External"></Relationship></Relationships>
</file>

<file path=ppt/slideLayouts/_rels/slideLayout2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Relationship Id="rId2" Type="http://schemas.openxmlformats.org/officeDocument/2006/relationships/image" Target="../media/fImage18234346827.png"></Relationship></Relationships>
</file>

<file path=ppt/slideLayouts/_rels/slideLayout2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Relationship Id="rId2" Type="http://schemas.openxmlformats.org/officeDocument/2006/relationships/image" Target="../media/fImage18234369961.png"></Relationship><Relationship Id="rId3" Type="http://schemas.openxmlformats.org/officeDocument/2006/relationships/hyperlink" Target="http://hangeul.naver.com/font" TargetMode="External"></Relationship></Relationships>
</file>

<file path=ppt/slideLayouts/_rels/slideLayout2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Relationship Id="rId2" Type="http://schemas.openxmlformats.org/officeDocument/2006/relationships/image" Target="../media/fImage1823444491.png"></Relationship></Relationships>
</file>

<file path=ppt/slideLayouts/_rels/slideLayout2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3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3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Relationship Id="rId2" Type="http://schemas.openxmlformats.org/officeDocument/2006/relationships/image" Target="../media/fImage18234972995.png"></Relationship><Relationship Id="rId3" Type="http://schemas.openxmlformats.org/officeDocument/2006/relationships/hyperlink" Target="http://hangeul.naver.com/font" TargetMode="External"></Relationship></Relationships>
</file>

<file path=ppt/slideLayouts/_rels/slideLayout3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Relationship Id="rId2" Type="http://schemas.openxmlformats.org/officeDocument/2006/relationships/image" Target="../media/fImage18235011942.png"></Relationship></Relationships>
</file>

<file path=ppt/slideLayouts/_rels/slideLayout3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Relationship Id="rId2" Type="http://schemas.openxmlformats.org/officeDocument/2006/relationships/image" Target="../media/fImage18235034827.png"></Relationship><Relationship Id="rId3" Type="http://schemas.openxmlformats.org/officeDocument/2006/relationships/hyperlink" Target="http://hangeul.naver.com/font" TargetMode="External"></Relationship></Relationships>
</file>

<file path=ppt/slideLayouts/_rels/slideLayout3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Relationship Id="rId2" Type="http://schemas.openxmlformats.org/officeDocument/2006/relationships/image" Target="../media/fImage18235115436.png"></Relationship></Relationships>
</file>

<file path=ppt/slideLayouts/_rels/slideLayout3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3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3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Relationship Id="rId2" Type="http://schemas.openxmlformats.org/officeDocument/2006/relationships/image" Target="../media/fImage18235392391.png"></Relationship><Relationship Id="rId3" Type="http://schemas.openxmlformats.org/officeDocument/2006/relationships/hyperlink" Target="http://hangeul.naver.com/font" TargetMode="External"></Relationship></Relationships>
</file>

<file path=ppt/slideLayouts/_rels/slideLayout3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Relationship Id="rId2" Type="http://schemas.openxmlformats.org/officeDocument/2006/relationships/image" Target="../media/fImage18235434604.png"></Relationship></Relationships>
</file>

<file path=ppt/slideLayouts/_rels/slideLayout3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Relationship Id="rId2" Type="http://schemas.openxmlformats.org/officeDocument/2006/relationships/image" Target="../media/fImage18235453902.png"></Relationship><Relationship Id="rId3" Type="http://schemas.openxmlformats.org/officeDocument/2006/relationships/hyperlink" Target="http://hangeul.naver.com/font" TargetMode="External"></Relationship></Relationships>
</file>

<file path=ppt/slideLayouts/_rels/slideLayout4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Relationship Id="rId2" Type="http://schemas.openxmlformats.org/officeDocument/2006/relationships/image" Target="../media/fImage1823553153.png"></Relationship></Relationships>
</file>

<file path=ppt/slideLayouts/_rels/slideLayout4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/Relationships>
</file>

<file path=ppt/slideLayouts/_rels/slideLayout4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/Relationships>
</file>

<file path=ppt/slideLayouts/_rels/slideLayout4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Relationship Id="rId2" Type="http://schemas.openxmlformats.org/officeDocument/2006/relationships/image" Target="../media/fImage1823581292.png"></Relationship><Relationship Id="rId3" Type="http://schemas.openxmlformats.org/officeDocument/2006/relationships/hyperlink" Target="http://hangeul.naver.com/font" TargetMode="External"></Relationship></Relationships>
</file>

<file path=ppt/slideLayouts/_rels/slideLayout4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Relationship Id="rId2" Type="http://schemas.openxmlformats.org/officeDocument/2006/relationships/image" Target="../media/fImage18235852382.png"></Relationship></Relationships>
</file>

<file path=ppt/slideLayouts/_rels/slideLayout4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Relationship Id="rId2" Type="http://schemas.openxmlformats.org/officeDocument/2006/relationships/image" Target="../media/fImage18235877421.png"></Relationship><Relationship Id="rId3" Type="http://schemas.openxmlformats.org/officeDocument/2006/relationships/hyperlink" Target="http://hangeul.naver.com/font" TargetMode="External"></Relationship></Relationships>
</file>

<file path=ppt/slideLayouts/_rels/slideLayout4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Relationship Id="rId2" Type="http://schemas.openxmlformats.org/officeDocument/2006/relationships/image" Target="../media/fImage18235958716.png"></Relationship></Relationships>
</file>

<file path=ppt/slideLayouts/_rels/slideLayout4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/Relationships>
</file>

<file path=ppt/slideLayouts/_rels/slideLayout4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/Relationships>
</file>

<file path=ppt/slideLayouts/_rels/slideLayout4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Relationship Id="rId2" Type="http://schemas.openxmlformats.org/officeDocument/2006/relationships/image" Target="../media/fImage18236239718.png"></Relationship><Relationship Id="rId3" Type="http://schemas.openxmlformats.org/officeDocument/2006/relationships/hyperlink" Target="http://hangeul.naver.com/font" TargetMode="External"></Relationship></Relationships>
</file>

<file path=ppt/slideLayouts/_rels/slideLayout5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Relationship Id="rId2" Type="http://schemas.openxmlformats.org/officeDocument/2006/relationships/image" Target="../media/fImage18236279895.png"></Relationship></Relationships>
</file>

<file path=ppt/slideLayouts/_rels/slideLayout5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Relationship Id="rId2" Type="http://schemas.openxmlformats.org/officeDocument/2006/relationships/image" Target="../media/fImage18236295447.png"></Relationship><Relationship Id="rId3" Type="http://schemas.openxmlformats.org/officeDocument/2006/relationships/hyperlink" Target="http://hangeul.naver.com/font" TargetMode="External"></Relationship></Relationships>
</file>

<file path=ppt/slideLayouts/_rels/slideLayout5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Relationship Id="rId2" Type="http://schemas.openxmlformats.org/officeDocument/2006/relationships/image" Target="../media/fImage18236371726.png"></Relationship></Relationships>
</file>

<file path=ppt/slideLayouts/_rels/slideLayout5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/Relationships>
</file>

<file path=ppt/slideLayouts/_rels/slideLayout5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/Relationships>
</file>

<file path=ppt/slideLayouts/_rels/slideLayout5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Relationship Id="rId2" Type="http://schemas.openxmlformats.org/officeDocument/2006/relationships/image" Target="../media/fImage18236654771.png"></Relationship><Relationship Id="rId3" Type="http://schemas.openxmlformats.org/officeDocument/2006/relationships/hyperlink" Target="http://hangeul.naver.com/font" TargetMode="External"></Relationship></Relationships>
</file>

<file path=ppt/slideLayouts/_rels/slideLayout5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Relationship Id="rId2" Type="http://schemas.openxmlformats.org/officeDocument/2006/relationships/image" Target="../media/fImage18236691538.png"></Relationship></Relationships>
</file>

<file path=ppt/slideLayouts/_rels/slideLayout5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Relationship Id="rId2" Type="http://schemas.openxmlformats.org/officeDocument/2006/relationships/image" Target="../media/fImage18236711869.png"></Relationship><Relationship Id="rId3" Type="http://schemas.openxmlformats.org/officeDocument/2006/relationships/hyperlink" Target="http://hangeul.naver.com/font" TargetMode="External"></Relationship></Relationships>
</file>

<file path=ppt/slideLayouts/_rels/slideLayout5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Relationship Id="rId2" Type="http://schemas.openxmlformats.org/officeDocument/2006/relationships/image" Target="../media/fImage18236799912.png"></Relationship></Relationships>
</file>

<file path=ppt/slideLayouts/_rels/slideLayout5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/Relationships>
</file>

<file path=ppt/slideLayouts/_rels/slideLayout6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Documents and Settings\nhn\바탕 화면\naver_w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4368" y="332656"/>
            <a:ext cx="864890" cy="160826"/>
          </a:xfrm>
          <a:prstGeom prst="rect">
            <a:avLst/>
          </a:prstGeom>
          <a:noFill/>
        </p:spPr>
      </p:pic>
      <p:sp>
        <p:nvSpPr>
          <p:cNvPr id="9" name="직사각형 8"/>
          <p:cNvSpPr/>
          <p:nvPr userDrawn="1"/>
        </p:nvSpPr>
        <p:spPr>
          <a:xfrm>
            <a:off x="251520" y="6453336"/>
            <a:ext cx="228299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8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이 문서는 </a:t>
            </a:r>
            <a:r>
              <a:rPr lang="ko-KR" altLang="en-US" sz="800" dirty="0" err="1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나눔글꼴로</a:t>
            </a:r>
            <a:r>
              <a:rPr lang="ko-KR" altLang="en-US" sz="8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 작성되었습니다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800" u="sng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hlinkClick r:id="rId3"/>
              </a:rPr>
              <a:t>설치하기</a:t>
            </a:r>
            <a:endParaRPr lang="ko-KR" altLang="en-US" sz="800" u="sng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424356" y="541195"/>
            <a:ext cx="1909327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 flipV="1">
            <a:off x="2411760" y="540054"/>
            <a:ext cx="6311553" cy="114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3" descr="C:\Documents and Settings\nhn\바탕 화면\naver_w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6368996"/>
            <a:ext cx="698704" cy="129924"/>
          </a:xfrm>
          <a:prstGeom prst="rect">
            <a:avLst/>
          </a:prstGeom>
          <a:noFill/>
        </p:spPr>
      </p:pic>
      <p:sp>
        <p:nvSpPr>
          <p:cNvPr id="11" name="직사각형 10"/>
          <p:cNvSpPr/>
          <p:nvPr userDrawn="1"/>
        </p:nvSpPr>
        <p:spPr>
          <a:xfrm>
            <a:off x="8637282" y="6337895"/>
            <a:ext cx="2551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fld id="{DEBAA755-0EE0-4EA3-BB8B-A4BF44186FB1}" type="slidenum">
              <a:rPr lang="en-US" altLang="ko-KR" sz="90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pPr lvl="0" algn="r"/>
              <a:t>‹#›</a:t>
            </a:fld>
            <a:endParaRPr lang="ko-KR" altLang="en-US" sz="9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Documents and Settings\nhn\바탕 화면\naver_w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4368" y="332656"/>
            <a:ext cx="864890" cy="160826"/>
          </a:xfrm>
          <a:prstGeom prst="rect">
            <a:avLst/>
          </a:prstGeom>
          <a:noFill/>
        </p:spPr>
      </p:pic>
      <p:sp>
        <p:nvSpPr>
          <p:cNvPr id="10" name="제목 1"/>
          <p:cNvSpPr>
            <a:spLocks noGrp="1"/>
          </p:cNvSpPr>
          <p:nvPr>
            <p:ph type="ctrTitle"/>
          </p:nvPr>
        </p:nvSpPr>
        <p:spPr>
          <a:xfrm>
            <a:off x="290056" y="3429000"/>
            <a:ext cx="7772400" cy="132673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1" name="부제목 2"/>
          <p:cNvSpPr>
            <a:spLocks noGrp="1"/>
          </p:cNvSpPr>
          <p:nvPr>
            <p:ph type="subTitle" idx="1"/>
          </p:nvPr>
        </p:nvSpPr>
        <p:spPr>
          <a:xfrm>
            <a:off x="323528" y="4974952"/>
            <a:ext cx="7776864" cy="814222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13" name="직사각형 12"/>
          <p:cNvSpPr/>
          <p:nvPr userDrawn="1"/>
        </p:nvSpPr>
        <p:spPr>
          <a:xfrm>
            <a:off x="251520" y="6453336"/>
            <a:ext cx="228299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8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이 문서는 </a:t>
            </a:r>
            <a:r>
              <a:rPr lang="ko-KR" altLang="en-US" sz="800" dirty="0" err="1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나눔글꼴로</a:t>
            </a:r>
            <a:r>
              <a:rPr lang="ko-KR" altLang="en-US" sz="8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 작성되었습니다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800" u="sng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hlinkClick r:id="rId3"/>
              </a:rPr>
              <a:t>설치하기</a:t>
            </a:r>
            <a:endParaRPr lang="ko-KR" altLang="en-US" sz="800" u="sng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315020" y="780721"/>
            <a:ext cx="2037432" cy="776071"/>
          </a:xfrm>
        </p:spPr>
        <p:txBody>
          <a:bodyPr>
            <a:norm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ko-KR" altLang="en-US" smtClean="0"/>
              <a:t>마스터 제목</a:t>
            </a:r>
            <a:endParaRPr lang="ko-KR" altLang="en-US"/>
          </a:p>
        </p:txBody>
      </p:sp>
      <p:sp>
        <p:nvSpPr>
          <p:cNvPr id="7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360072" y="929928"/>
            <a:ext cx="6396012" cy="30073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00B0F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424356" y="541195"/>
            <a:ext cx="1909327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 flipV="1">
            <a:off x="2411760" y="540054"/>
            <a:ext cx="6311553" cy="114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3" descr="C:\Documents and Settings\nhn\바탕 화면\naver_w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6368996"/>
            <a:ext cx="698704" cy="129924"/>
          </a:xfrm>
          <a:prstGeom prst="rect">
            <a:avLst/>
          </a:prstGeom>
          <a:noFill/>
        </p:spPr>
      </p:pic>
      <p:sp>
        <p:nvSpPr>
          <p:cNvPr id="19" name="내용 개체 틀 2"/>
          <p:cNvSpPr>
            <a:spLocks noGrp="1"/>
          </p:cNvSpPr>
          <p:nvPr>
            <p:ph idx="10"/>
          </p:nvPr>
        </p:nvSpPr>
        <p:spPr>
          <a:xfrm>
            <a:off x="2362612" y="1168114"/>
            <a:ext cx="6385852" cy="388640"/>
          </a:xfrm>
        </p:spPr>
        <p:txBody>
          <a:bodyPr anchor="ctr">
            <a:norm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637282" y="6337895"/>
            <a:ext cx="2551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fld id="{DEBAA755-0EE0-4EA3-BB8B-A4BF44186FB1}" type="slidenum">
              <a:rPr lang="en-US" altLang="ko-KR" sz="90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pPr lvl="0" algn="r"/>
              <a:t>‹#›</a:t>
            </a:fld>
            <a:endParaRPr lang="ko-KR" altLang="en-US" sz="9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4235" cy="365760"/>
          </a:xfrm>
        </p:spPr>
        <p:txBody>
          <a:bodyPr/>
          <a:lstStyle/>
          <a:p>
            <a:fld id="{85185335-AFDE-4DDF-A89A-1BE8BD3EEA0B}" type="datetime1">
              <a:rPr lang="ko-KR" altLang="en-US" smtClean="0"/>
              <a:pPr/>
              <a:t>2011-10-19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62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4235" cy="365760"/>
          </a:xfrm>
        </p:spPr>
        <p:txBody>
          <a:bodyPr/>
          <a:lstStyle/>
          <a:p>
            <a:fld id="{C2C48C8F-6F70-494C-86F5-90A39BFC3F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2914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295846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297633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305650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3239169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327572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3291478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3379358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364696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368446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370570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378814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430328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434682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436996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44449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497299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501194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503482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5115436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539239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54346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545390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553153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58129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585238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587742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5958716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6239718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627989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62954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6371726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665477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6691538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6711869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679991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theme" Target="../theme/theme1.xml"></Relationship></Relationships>
</file>

<file path=ppt/slideMasters/_rels/slideMaster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slideLayout" Target="../slideLayouts/slideLayout8.xml"></Relationship><Relationship Id="rId3" Type="http://schemas.openxmlformats.org/officeDocument/2006/relationships/slideLayout" Target="../slideLayouts/slideLayout9.xml"></Relationship><Relationship Id="rId4" Type="http://schemas.openxmlformats.org/officeDocument/2006/relationships/slideLayout" Target="../slideLayouts/slideLayout10.xml"></Relationship><Relationship Id="rId5" Type="http://schemas.openxmlformats.org/officeDocument/2006/relationships/slideLayout" Target="../slideLayouts/slideLayout11.xml"></Relationship><Relationship Id="rId6" Type="http://schemas.openxmlformats.org/officeDocument/2006/relationships/slideLayout" Target="../slideLayouts/slideLayout12.xml"></Relationship><Relationship Id="rId7" Type="http://schemas.openxmlformats.org/officeDocument/2006/relationships/theme" Target="../theme/theme2.xml"></Relationship></Relationships>
</file>

<file path=ppt/slideMasters/_rels/slideMaster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slideLayout" Target="../slideLayouts/slideLayout14.xml"></Relationship><Relationship Id="rId3" Type="http://schemas.openxmlformats.org/officeDocument/2006/relationships/slideLayout" Target="../slideLayouts/slideLayout15.xml"></Relationship><Relationship Id="rId4" Type="http://schemas.openxmlformats.org/officeDocument/2006/relationships/slideLayout" Target="../slideLayouts/slideLayout16.xml"></Relationship><Relationship Id="rId5" Type="http://schemas.openxmlformats.org/officeDocument/2006/relationships/slideLayout" Target="../slideLayouts/slideLayout17.xml"></Relationship><Relationship Id="rId6" Type="http://schemas.openxmlformats.org/officeDocument/2006/relationships/slideLayout" Target="../slideLayouts/slideLayout18.xml"></Relationship><Relationship Id="rId7" Type="http://schemas.openxmlformats.org/officeDocument/2006/relationships/theme" Target="../theme/theme3.xml"></Relationship></Relationships>
</file>

<file path=ppt/slideMasters/_rels/slideMaster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9.xml"></Relationship><Relationship Id="rId2" Type="http://schemas.openxmlformats.org/officeDocument/2006/relationships/slideLayout" Target="../slideLayouts/slideLayout20.xml"></Relationship><Relationship Id="rId3" Type="http://schemas.openxmlformats.org/officeDocument/2006/relationships/slideLayout" Target="../slideLayouts/slideLayout21.xml"></Relationship><Relationship Id="rId4" Type="http://schemas.openxmlformats.org/officeDocument/2006/relationships/slideLayout" Target="../slideLayouts/slideLayout22.xml"></Relationship><Relationship Id="rId5" Type="http://schemas.openxmlformats.org/officeDocument/2006/relationships/slideLayout" Target="../slideLayouts/slideLayout23.xml"></Relationship><Relationship Id="rId6" Type="http://schemas.openxmlformats.org/officeDocument/2006/relationships/slideLayout" Target="../slideLayouts/slideLayout24.xml"></Relationship><Relationship Id="rId7" Type="http://schemas.openxmlformats.org/officeDocument/2006/relationships/theme" Target="../theme/theme4.xml"></Relationship></Relationships>
</file>

<file path=ppt/slideMasters/_rels/slideMaster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5.xml"></Relationship><Relationship Id="rId2" Type="http://schemas.openxmlformats.org/officeDocument/2006/relationships/slideLayout" Target="../slideLayouts/slideLayout26.xml"></Relationship><Relationship Id="rId3" Type="http://schemas.openxmlformats.org/officeDocument/2006/relationships/slideLayout" Target="../slideLayouts/slideLayout27.xml"></Relationship><Relationship Id="rId4" Type="http://schemas.openxmlformats.org/officeDocument/2006/relationships/slideLayout" Target="../slideLayouts/slideLayout28.xml"></Relationship><Relationship Id="rId5" Type="http://schemas.openxmlformats.org/officeDocument/2006/relationships/slideLayout" Target="../slideLayouts/slideLayout29.xml"></Relationship><Relationship Id="rId6" Type="http://schemas.openxmlformats.org/officeDocument/2006/relationships/slideLayout" Target="../slideLayouts/slideLayout30.xml"></Relationship><Relationship Id="rId7" Type="http://schemas.openxmlformats.org/officeDocument/2006/relationships/theme" Target="../theme/theme5.xml"></Relationship></Relationships>
</file>

<file path=ppt/slideMasters/_rels/slideMaster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1.xml"></Relationship><Relationship Id="rId2" Type="http://schemas.openxmlformats.org/officeDocument/2006/relationships/slideLayout" Target="../slideLayouts/slideLayout32.xml"></Relationship><Relationship Id="rId3" Type="http://schemas.openxmlformats.org/officeDocument/2006/relationships/slideLayout" Target="../slideLayouts/slideLayout33.xml"></Relationship><Relationship Id="rId4" Type="http://schemas.openxmlformats.org/officeDocument/2006/relationships/slideLayout" Target="../slideLayouts/slideLayout34.xml"></Relationship><Relationship Id="rId5" Type="http://schemas.openxmlformats.org/officeDocument/2006/relationships/slideLayout" Target="../slideLayouts/slideLayout35.xml"></Relationship><Relationship Id="rId6" Type="http://schemas.openxmlformats.org/officeDocument/2006/relationships/slideLayout" Target="../slideLayouts/slideLayout36.xml"></Relationship><Relationship Id="rId7" Type="http://schemas.openxmlformats.org/officeDocument/2006/relationships/theme" Target="../theme/theme6.xml"></Relationship></Relationships>
</file>

<file path=ppt/slideMasters/_rels/slideMaster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7.xml"></Relationship><Relationship Id="rId2" Type="http://schemas.openxmlformats.org/officeDocument/2006/relationships/slideLayout" Target="../slideLayouts/slideLayout38.xml"></Relationship><Relationship Id="rId3" Type="http://schemas.openxmlformats.org/officeDocument/2006/relationships/slideLayout" Target="../slideLayouts/slideLayout39.xml"></Relationship><Relationship Id="rId4" Type="http://schemas.openxmlformats.org/officeDocument/2006/relationships/slideLayout" Target="../slideLayouts/slideLayout40.xml"></Relationship><Relationship Id="rId5" Type="http://schemas.openxmlformats.org/officeDocument/2006/relationships/slideLayout" Target="../slideLayouts/slideLayout41.xml"></Relationship><Relationship Id="rId6" Type="http://schemas.openxmlformats.org/officeDocument/2006/relationships/slideLayout" Target="../slideLayouts/slideLayout42.xml"></Relationship><Relationship Id="rId7" Type="http://schemas.openxmlformats.org/officeDocument/2006/relationships/theme" Target="../theme/theme7.xml"></Relationship></Relationships>
</file>

<file path=ppt/slideMasters/_rels/slideMaster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3.xml"></Relationship><Relationship Id="rId2" Type="http://schemas.openxmlformats.org/officeDocument/2006/relationships/slideLayout" Target="../slideLayouts/slideLayout44.xml"></Relationship><Relationship Id="rId3" Type="http://schemas.openxmlformats.org/officeDocument/2006/relationships/slideLayout" Target="../slideLayouts/slideLayout45.xml"></Relationship><Relationship Id="rId4" Type="http://schemas.openxmlformats.org/officeDocument/2006/relationships/slideLayout" Target="../slideLayouts/slideLayout46.xml"></Relationship><Relationship Id="rId5" Type="http://schemas.openxmlformats.org/officeDocument/2006/relationships/slideLayout" Target="../slideLayouts/slideLayout47.xml"></Relationship><Relationship Id="rId6" Type="http://schemas.openxmlformats.org/officeDocument/2006/relationships/slideLayout" Target="../slideLayouts/slideLayout48.xml"></Relationship><Relationship Id="rId7" Type="http://schemas.openxmlformats.org/officeDocument/2006/relationships/theme" Target="../theme/theme8.xml"></Relationship></Relationships>
</file>

<file path=ppt/slideMasters/_rels/slideMaster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9.xml"></Relationship><Relationship Id="rId2" Type="http://schemas.openxmlformats.org/officeDocument/2006/relationships/slideLayout" Target="../slideLayouts/slideLayout50.xml"></Relationship><Relationship Id="rId3" Type="http://schemas.openxmlformats.org/officeDocument/2006/relationships/slideLayout" Target="../slideLayouts/slideLayout51.xml"></Relationship><Relationship Id="rId4" Type="http://schemas.openxmlformats.org/officeDocument/2006/relationships/slideLayout" Target="../slideLayouts/slideLayout52.xml"></Relationship><Relationship Id="rId5" Type="http://schemas.openxmlformats.org/officeDocument/2006/relationships/slideLayout" Target="../slideLayouts/slideLayout53.xml"></Relationship><Relationship Id="rId6" Type="http://schemas.openxmlformats.org/officeDocument/2006/relationships/slideLayout" Target="../slideLayouts/slideLayout54.xml"></Relationship><Relationship Id="rId7" Type="http://schemas.openxmlformats.org/officeDocument/2006/relationships/theme" Target="../theme/theme9.xml"></Relationship></Relationships>
</file>

<file path=ppt/slideMasters/_rels/slideMaster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5.xml"></Relationship><Relationship Id="rId2" Type="http://schemas.openxmlformats.org/officeDocument/2006/relationships/slideLayout" Target="../slideLayouts/slideLayout56.xml"></Relationship><Relationship Id="rId3" Type="http://schemas.openxmlformats.org/officeDocument/2006/relationships/slideLayout" Target="../slideLayouts/slideLayout57.xml"></Relationship><Relationship Id="rId4" Type="http://schemas.openxmlformats.org/officeDocument/2006/relationships/slideLayout" Target="../slideLayouts/slideLayout58.xml"></Relationship><Relationship Id="rId5" Type="http://schemas.openxmlformats.org/officeDocument/2006/relationships/slideLayout" Target="../slideLayouts/slideLayout59.xml"></Relationship><Relationship Id="rId6" Type="http://schemas.openxmlformats.org/officeDocument/2006/relationships/slideLayout" Target="../slideLayouts/slideLayout60.xml"></Relationship><Relationship Id="rId7" Type="http://schemas.openxmlformats.org/officeDocument/2006/relationships/theme" Target="../theme/theme10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D3F92B4C-3F96-4250-9886-458852A898CE}" type="datetime1">
              <a:rPr lang="ko-KR" altLang="en-US" smtClean="0"/>
              <a:pPr/>
              <a:t>2011-10-19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C2C48C8F-6F70-494C-86F5-90A39BFC3F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dt="0" ftr="0" hdr="0"/>
  <p:txStyles>
    <p:titleStyle>
      <a:lvl1pPr algn="ctr" defTabSz="914400" rtl="0" eaLnBrk="1" latinLnBrk="1" hangingPunct="1">
        <a:spcBef>
          <a:spcPct val="0"/>
        </a:spcBef>
        <a:buNone/>
        <a:defRPr sz="4500" b="1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Tx/>
        <a:buNone/>
        <a:defRPr sz="3200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Tx/>
        <a:buNone/>
        <a:defRPr sz="2800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Tx/>
        <a:buNone/>
        <a:defRPr sz="2400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0" r:id="rId1"/>
    <p:sldLayoutId id="2147484181" r:id="rId2"/>
    <p:sldLayoutId id="2147484182" r:id="rId3"/>
    <p:sldLayoutId id="2147484183" r:id="rId4"/>
    <p:sldLayoutId id="2147484184" r:id="rId5"/>
    <p:sldLayoutId id="2147484185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193" r:id="rId2"/>
    <p:sldLayoutId id="2147484194" r:id="rId3"/>
    <p:sldLayoutId id="2147484195" r:id="rId4"/>
    <p:sldLayoutId id="2147484196" r:id="rId5"/>
    <p:sldLayoutId id="2147484197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6" r:id="rId1"/>
    <p:sldLayoutId id="2147484217" r:id="rId2"/>
    <p:sldLayoutId id="2147484218" r:id="rId3"/>
    <p:sldLayoutId id="2147484219" r:id="rId4"/>
    <p:sldLayoutId id="2147484220" r:id="rId5"/>
    <p:sldLayoutId id="2147484221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2" r:id="rId1"/>
    <p:sldLayoutId id="2147484223" r:id="rId2"/>
    <p:sldLayoutId id="2147484224" r:id="rId3"/>
    <p:sldLayoutId id="2147484225" r:id="rId4"/>
    <p:sldLayoutId id="2147484226" r:id="rId5"/>
    <p:sldLayoutId id="2147484227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8" r:id="rId1"/>
    <p:sldLayoutId id="2147484229" r:id="rId2"/>
    <p:sldLayoutId id="2147484230" r:id="rId3"/>
    <p:sldLayoutId id="2147484231" r:id="rId4"/>
    <p:sldLayoutId id="2147484232" r:id="rId5"/>
    <p:sldLayoutId id="2147484233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5" Type="http://schemas.openxmlformats.org/officeDocument/2006/relationships/hyperlink" Target="http://hangeul.naver.com/font" TargetMode="External"></Relationship><Relationship Id="rId6" Type="http://schemas.openxmlformats.org/officeDocument/2006/relationships/hyperlink" Target="mailto:wnsxo0816@gmail.com" TargetMode="External"></Relationship><Relationship Id="rId7" Type="http://schemas.openxmlformats.org/officeDocument/2006/relationships/slideLayout" Target="../slideLayouts/slideLayout6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hyperlink" Target="http://hangeul.naver.com/font" TargetMode="External"></Relationship><Relationship Id="rId4" Type="http://schemas.openxmlformats.org/officeDocument/2006/relationships/image" Target="../media/fImage409858541.jpeg"></Relationship><Relationship Id="rId5" Type="http://schemas.openxmlformats.org/officeDocument/2006/relationships/slideLayout" Target="../slideLayouts/slideLayout6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notesSlide" Target="../notesSlides/notesSlide6.xml"></Relationship><Relationship Id="rId3" Type="http://schemas.openxmlformats.org/officeDocument/2006/relationships/slideLayout" Target="../slideLayouts/slideLayout6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notesSlide" Target="../notesSlides/notesSlide7.xml"></Relationship><Relationship Id="rId3" Type="http://schemas.openxmlformats.org/officeDocument/2006/relationships/slideLayout" Target="../slideLayouts/slideLayout6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notesSlide" Target="../notesSlides/notesSlide8.xml"></Relationship><Relationship Id="rId3" Type="http://schemas.openxmlformats.org/officeDocument/2006/relationships/image" Target="../media/fImage77822205667.png"></Relationship><Relationship Id="rId4" Type="http://schemas.openxmlformats.org/officeDocument/2006/relationships/image" Target="../media/fImage66642226299.png"></Relationship><Relationship Id="rId5" Type="http://schemas.openxmlformats.org/officeDocument/2006/relationships/slideLayout" Target="../slideLayouts/slideLayout6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image" Target="../media/fImage106857087035.png"></Relationship><Relationship Id="rId3" Type="http://schemas.openxmlformats.org/officeDocument/2006/relationships/image" Target="../media/fImage103347109894.png"></Relationship><Relationship Id="rId4" Type="http://schemas.openxmlformats.org/officeDocument/2006/relationships/notesSlide" Target="../notesSlides/notesSlide9.xml"></Relationship><Relationship Id="rId5" Type="http://schemas.openxmlformats.org/officeDocument/2006/relationships/slideLayout" Target="../slideLayouts/slideLayout6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image" Target="../media/fImage11492772818703.png"></Relationship><Relationship Id="rId3" Type="http://schemas.openxmlformats.org/officeDocument/2006/relationships/hyperlink" Target="https://youtu.be/UQOiB6lzQzw" TargetMode="External"></Relationship><Relationship Id="rId4" Type="http://schemas.openxmlformats.org/officeDocument/2006/relationships/hyperlink" Target="https://github.com/Guyclops/RemoteProject" TargetMode="External"></Relationship><Relationship Id="rId5" Type="http://schemas.openxmlformats.org/officeDocument/2006/relationships/notesSlide" Target="../notesSlides/notesSlide10.xml"></Relationship><Relationship Id="rId6" Type="http://schemas.openxmlformats.org/officeDocument/2006/relationships/slideLayout" Target="../slideLayouts/slideLayout6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notesSlide" Target="../notesSlides/notesSlide12.xml"></Relationship><Relationship Id="rId3" Type="http://schemas.openxmlformats.org/officeDocument/2006/relationships/slideLayout" Target="../slideLayouts/slideLayout18.xml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notesSlide" Target="../notesSlides/notesSlide13.xml"></Relationship><Relationship Id="rId3" Type="http://schemas.openxmlformats.org/officeDocument/2006/relationships/slideLayout" Target="../slideLayouts/slideLayout24.xml"></Relationship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hyperlink" Target="https://github.com/Guyclops/EmptyBottle" TargetMode="External"></Relationship><Relationship Id="rId3" Type="http://schemas.openxmlformats.org/officeDocument/2006/relationships/hyperlink" Target="https://github.com/Guyclops/EBottle" TargetMode="External"></Relationship><Relationship Id="rId4" Type="http://schemas.openxmlformats.org/officeDocument/2006/relationships/hyperlink" Target="http://Master(" TargetMode="External"></Relationship><Relationship Id="rId5" Type="http://schemas.openxmlformats.org/officeDocument/2006/relationships/notesSlide" Target="../notesSlides/notesSlide14.xml"></Relationship><Relationship Id="rId6" Type="http://schemas.openxmlformats.org/officeDocument/2006/relationships/slideLayout" Target="../slideLayouts/slideLayout30.xml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image" Target="../media/fImage305435243811.jpeg"></Relationship><Relationship Id="rId3" Type="http://schemas.openxmlformats.org/officeDocument/2006/relationships/image" Target="../media/fImage433515261322.jpeg"></Relationship><Relationship Id="rId4" Type="http://schemas.openxmlformats.org/officeDocument/2006/relationships/notesSlide" Target="../notesSlides/notesSlide15.xml"></Relationship><Relationship Id="rId5" Type="http://schemas.openxmlformats.org/officeDocument/2006/relationships/slideLayout" Target="../slideLayouts/slideLayout36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image" Target="../media/fImage99524568333.jpeg"></Relationship><Relationship Id="rId3" Type="http://schemas.openxmlformats.org/officeDocument/2006/relationships/image" Target="../media/fImage572955697673.jpeg"></Relationship><Relationship Id="rId4" Type="http://schemas.openxmlformats.org/officeDocument/2006/relationships/notesSlide" Target="../notesSlides/notesSlide16.xml"></Relationship><Relationship Id="rId5" Type="http://schemas.openxmlformats.org/officeDocument/2006/relationships/slideLayout" Target="../slideLayouts/slideLayout42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image" Target="../media/fImage831466104664.jpeg"></Relationship><Relationship Id="rId3" Type="http://schemas.openxmlformats.org/officeDocument/2006/relationships/image" Target="../media/fImage550516115141.jpeg"></Relationship><Relationship Id="rId4" Type="http://schemas.openxmlformats.org/officeDocument/2006/relationships/notesSlide" Target="../notesSlides/notesSlide17.xml"></Relationship><Relationship Id="rId5" Type="http://schemas.openxmlformats.org/officeDocument/2006/relationships/slideLayout" Target="../slideLayouts/slideLayout48.xml"></Relationship></Relationships>
</file>

<file path=ppt/slides/_rels/slide18.xml.rels><?xml version="1.0" encoding="UTF-8"?>
<Relationships xmlns="http://schemas.openxmlformats.org/package/2006/relationships"><Relationship Id="rId2" Type="http://schemas.openxmlformats.org/officeDocument/2006/relationships/image" Target="../media/fImage599846527711.jpeg"></Relationship><Relationship Id="rId3" Type="http://schemas.openxmlformats.org/officeDocument/2006/relationships/image" Target="../media/fImage480326538253.jpeg"></Relationship><Relationship Id="rId4" Type="http://schemas.openxmlformats.org/officeDocument/2006/relationships/notesSlide" Target="../notesSlides/notesSlide18.xml"></Relationship><Relationship Id="rId5" Type="http://schemas.openxmlformats.org/officeDocument/2006/relationships/slideLayout" Target="../slideLayouts/slideLayout54.xml"></Relationship></Relationships>
</file>

<file path=ppt/slides/_rels/slide19.xml.rels><?xml version="1.0" encoding="UTF-8"?>
<Relationships xmlns="http://schemas.openxmlformats.org/package/2006/relationships"><Relationship Id="rId2" Type="http://schemas.openxmlformats.org/officeDocument/2006/relationships/image" Target="../media/fImage697806946868.jpeg"></Relationship><Relationship Id="rId3" Type="http://schemas.openxmlformats.org/officeDocument/2006/relationships/image" Target="../media/fImage1035766955547.jpeg"></Relationship><Relationship Id="rId4" Type="http://schemas.openxmlformats.org/officeDocument/2006/relationships/notesSlide" Target="../notesSlides/notesSlide19.xml"></Relationship><Relationship Id="rId5" Type="http://schemas.openxmlformats.org/officeDocument/2006/relationships/slideLayout" Target="../slideLayouts/slideLayout60.xml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/Relationships>
</file>

<file path=ppt/slides/_rels/slide21.xml.rels><?xml version="1.0" encoding="UTF-8"?>
<Relationships xmlns="http://schemas.openxmlformats.org/package/2006/relationships"><Relationship Id="rId2" Type="http://schemas.openxmlformats.org/officeDocument/2006/relationships/notesSlide" Target="../notesSlides/notesSlide21.xml"></Relationship><Relationship Id="rId3" Type="http://schemas.openxmlformats.org/officeDocument/2006/relationships/slideLayout" Target="../slideLayouts/slideLayout6.xm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Relationship Id="rId2" Type="http://schemas.openxmlformats.org/officeDocument/2006/relationships/notesSlide" Target="../notesSlides/notesSlide22.xm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Relationship Id="rId2" Type="http://schemas.openxmlformats.org/officeDocument/2006/relationships/image" Target="../media/fImage1990792741.png"></Relationship><Relationship Id="rId3" Type="http://schemas.openxmlformats.org/officeDocument/2006/relationships/notesSlide" Target="../notesSlides/notesSlide23.xm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6.xml"></Relationship><Relationship Id="rId2" Type="http://schemas.openxmlformats.org/officeDocument/2006/relationships/image" Target="../media/fImage244779668467.png"></Relationship><Relationship Id="rId3" Type="http://schemas.openxmlformats.org/officeDocument/2006/relationships/image" Target="../media/fImage226139696334.png"></Relationship><Relationship Id="rId4" Type="http://schemas.openxmlformats.org/officeDocument/2006/relationships/notesSlide" Target="../notesSlides/notesSlide24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6.xml"></Relationship><Relationship Id="rId2" Type="http://schemas.openxmlformats.org/officeDocument/2006/relationships/image" Target="../media/fImage105219846500.png"></Relationship><Relationship Id="rId3" Type="http://schemas.openxmlformats.org/officeDocument/2006/relationships/image" Target="../media/fImage340099879169.png"></Relationship><Relationship Id="rId4" Type="http://schemas.openxmlformats.org/officeDocument/2006/relationships/image" Target="../media/fImage357409905724.png"></Relationship><Relationship Id="rId5" Type="http://schemas.openxmlformats.org/officeDocument/2006/relationships/notesSlide" Target="../notesSlides/notesSlide25.xm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6.xml"></Relationship><Relationship Id="rId2" Type="http://schemas.openxmlformats.org/officeDocument/2006/relationships/image" Target="../media/fImage2925810061478.png"></Relationship><Relationship Id="rId3" Type="http://schemas.openxmlformats.org/officeDocument/2006/relationships/image" Target="../media/fImage6454010099358.png"></Relationship><Relationship Id="rId4" Type="http://schemas.openxmlformats.org/officeDocument/2006/relationships/notesSlide" Target="../notesSlides/notesSlide26.xml"></Relationship></Relationships>
</file>

<file path=ppt/slides/_rels/slide27.xml.rels><?xml version="1.0" encoding="UTF-8"?>
<Relationships xmlns="http://schemas.openxmlformats.org/package/2006/relationships"><Relationship Id="rId3" Type="http://schemas.openxmlformats.org/officeDocument/2006/relationships/hyperlink" Target="http://hangeul.naver.com/font" TargetMode="External"></Relationship><Relationship Id="rId4" Type="http://schemas.openxmlformats.org/officeDocument/2006/relationships/slideLayout" Target="../slideLayouts/slideLayout6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01600" dist="762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 rot="0">
            <a:off x="251460" y="5216525"/>
            <a:ext cx="6769100" cy="11988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Address : 서울시 관악구 봉천로23바길 12, 201호</a:t>
            </a:r>
            <a:endParaRPr lang="ko-KR" altLang="en-US" sz="16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Email : </a:t>
            </a:r>
            <a:r>
              <a:rPr lang="en-US" altLang="ko-KR" sz="16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wnsxo0816@gmail.com</a:t>
            </a:r>
            <a:endParaRPr lang="ko-KR" altLang="en-US" sz="16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Phone : 010-3950-3332</a:t>
            </a:r>
            <a:endParaRPr lang="ko-KR" altLang="en-US" sz="16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255905" y="3660140"/>
            <a:ext cx="8565515" cy="1470660"/>
          </a:xfrm>
        </p:spPr>
        <p:txBody>
          <a:bodyPr wrap="square" lIns="91440" tIns="45720" rIns="91440" bIns="45720" numCol="1" vert="horz" anchor="t">
            <a:normAutofit fontScale="9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spc="-50" dirty="0" smtClean="0" b="1">
                <a:latin typeface="맑은 고딕" charset="0"/>
                <a:ea typeface="맑은 고딕" charset="0"/>
              </a:rPr>
              <a:t>SHIN JUN TAE</a:t>
            </a:r>
            <a:r>
              <a:rPr lang="en-US" altLang="ko-KR" sz="4500" cap="none" spc="-50" dirty="0" smtClean="0" b="1">
                <a:latin typeface="맑은 고딕" charset="0"/>
                <a:ea typeface="맑은 고딕" charset="0"/>
              </a:rPr>
              <a:t/>
            </a:r>
            <a:br>
              <a:rPr lang="en-US" altLang="ko-KR" sz="4500" cap="none" spc="-50" dirty="0" smtClean="0" b="1">
                <a:latin typeface="맑은 고딕" charset="0"/>
                <a:ea typeface="맑은 고딕" charset="0"/>
              </a:rPr>
            </a:br>
            <a:r>
              <a:rPr lang="en-US" altLang="ko-KR" sz="4500" cap="none" spc="-50" dirty="0" smtClean="0" b="0">
                <a:latin typeface="맑은 고딕" charset="0"/>
                <a:ea typeface="맑은 고딕" charset="0"/>
              </a:rPr>
              <a:t>PORTPOLIO</a:t>
            </a:r>
            <a:endParaRPr lang="ko-KR" altLang="en-US" sz="45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13" name="직사각형 12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/>
        </p:nvCxnSpPr>
        <p:spPr>
          <a:xfrm rot="0">
            <a:off x="22225" y="1242060"/>
            <a:ext cx="923925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6"/>
          <p:cNvSpPr txBox="1">
            <a:spLocks/>
          </p:cNvSpPr>
          <p:nvPr>
            <p:ph type="ctrTitle"/>
          </p:nvPr>
        </p:nvSpPr>
        <p:spPr>
          <a:xfrm rot="0">
            <a:off x="198120" y="182245"/>
            <a:ext cx="7773035" cy="102870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spc="-50" dirty="0" smtClean="0" b="1">
                <a:latin typeface="맑은 고딕" charset="0"/>
                <a:ea typeface="맑은 고딕" charset="0"/>
              </a:rPr>
              <a:t>Introduce</a:t>
            </a:r>
            <a:endParaRPr lang="ko-KR" altLang="en-US" sz="4500" cap="none" dirty="0" smtClean="0" b="1">
              <a:latin typeface="맑은 고딕" charset="0"/>
              <a:ea typeface="맑은 고딕" charset="0"/>
            </a:endParaRPr>
          </a:p>
        </p:txBody>
      </p:sp>
      <p:sp>
        <p:nvSpPr>
          <p:cNvPr id="12" name="텍스트 상자 11"/>
          <p:cNvSpPr txBox="1">
            <a:spLocks/>
          </p:cNvSpPr>
          <p:nvPr/>
        </p:nvSpPr>
        <p:spPr>
          <a:xfrm rot="0">
            <a:off x="307975" y="1454785"/>
            <a:ext cx="1268730" cy="370205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- 인적사항</a:t>
            </a:r>
            <a:endParaRPr lang="ko-KR" altLang="en-US" sz="18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630555" y="1934845"/>
          <a:ext cx="8260080" cy="1823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48435"/>
                <a:gridCol w="1195070"/>
                <a:gridCol w="1426210"/>
                <a:gridCol w="1205230"/>
                <a:gridCol w="2985135"/>
              </a:tblGrid>
              <a:tr h="459740">
                <a:tc rowSpan="4">
                  <a:txBody>
                    <a:bodyPr/>
                    <a:lstStyle/>
                    <a:p>
                      <a:pPr marL="0" indent="0" algn="l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8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 l="0" t="0" r="0" b="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성명</a:t>
                      </a:r>
                      <a:endParaRPr lang="ko-KR" altLang="en-US" sz="18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생년월일</a:t>
                      </a:r>
                      <a:endParaRPr lang="ko-KR" altLang="en-US" sz="18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성별</a:t>
                      </a:r>
                      <a:endParaRPr lang="ko-KR" altLang="en-US" sz="18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주소</a:t>
                      </a:r>
                      <a:endParaRPr lang="ko-KR" altLang="en-US" sz="18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970">
                <a:tc v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신준태</a:t>
                      </a:r>
                      <a:endParaRPr lang="ko-KR" altLang="en-US" sz="14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1992.08.16</a:t>
                      </a:r>
                      <a:endParaRPr lang="ko-KR" altLang="en-US" sz="14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남</a:t>
                      </a:r>
                      <a:endParaRPr lang="ko-KR" altLang="en-US" sz="14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서울시 관악구 봉천로 23바길 12</a:t>
                      </a:r>
                      <a:endParaRPr lang="ko-KR" altLang="en-US" sz="14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505">
                <a:tc v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 gridSpan="2"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연락처</a:t>
                      </a:r>
                      <a:endParaRPr lang="ko-KR" altLang="en-US" sz="16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 gridSpan="2"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이메일</a:t>
                      </a:r>
                      <a:endParaRPr lang="ko-KR" altLang="en-US" sz="16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</a:tr>
              <a:tr h="484505">
                <a:tc v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 gridSpan="2"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010-3950-3332</a:t>
                      </a:r>
                      <a:endParaRPr lang="ko-KR" altLang="en-US" sz="16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 gridSpan="2"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wnsxo0816@gmail.com</a:t>
                      </a:r>
                      <a:endParaRPr lang="ko-KR" altLang="en-US" sz="16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</a:tr>
            </a:tbl>
          </a:graphicData>
        </a:graphic>
      </p:graphicFrame>
      <p:sp>
        <p:nvSpPr>
          <p:cNvPr id="14" name="텍스트 상자 13"/>
          <p:cNvSpPr txBox="1">
            <a:spLocks/>
          </p:cNvSpPr>
          <p:nvPr/>
        </p:nvSpPr>
        <p:spPr>
          <a:xfrm rot="0">
            <a:off x="299085" y="3877945"/>
            <a:ext cx="1269365" cy="37084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numCol="1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- 학력사항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639445" y="4460240"/>
          <a:ext cx="8232140" cy="1789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585"/>
                <a:gridCol w="1619250"/>
                <a:gridCol w="1483360"/>
                <a:gridCol w="1133475"/>
                <a:gridCol w="1372235"/>
                <a:gridCol w="1372235"/>
              </a:tblGrid>
              <a:tr h="49403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기간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학교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전공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학점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소재지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구분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2008.03~2011.02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당곡고등학교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인문계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서울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졸업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2011.03~2017.02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숭실대학교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컴퓨터학부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3.64/4.5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서울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졸업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직사각형 15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 txBox="1">
            <a:spLocks/>
          </p:cNvSpPr>
          <p:nvPr>
            <p:ph type="ctrTitle" idx="13"/>
          </p:nvPr>
        </p:nvSpPr>
        <p:spPr>
          <a:xfrm rot="0">
            <a:off x="198120" y="182245"/>
            <a:ext cx="7773035" cy="102870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Activity</a:t>
            </a:r>
            <a:endParaRPr lang="ko-KR" altLang="en-US" sz="45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 rot="0">
            <a:off x="22225" y="1242060"/>
            <a:ext cx="923925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상자 6"/>
          <p:cNvSpPr txBox="1">
            <a:spLocks/>
          </p:cNvSpPr>
          <p:nvPr/>
        </p:nvSpPr>
        <p:spPr>
          <a:xfrm rot="0">
            <a:off x="815975" y="2027555"/>
            <a:ext cx="318770" cy="38989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8" name="텍스트 상자 7"/>
          <p:cNvSpPr txBox="1">
            <a:spLocks/>
          </p:cNvSpPr>
          <p:nvPr/>
        </p:nvSpPr>
        <p:spPr>
          <a:xfrm rot="0">
            <a:off x="307975" y="1454785"/>
            <a:ext cx="8537575" cy="41084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numCol="1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ln w="0" cap="flat" cmpd="sng">
                  <a:noFill/>
                  <a:prstDash/>
                </a:ln>
                <a:solidFill>
                  <a:srgbClr val="FFFFFF"/>
                </a:solidFill>
                <a:latin typeface="맑은 고딕" charset="0"/>
                <a:ea typeface="맑은 고딕" charset="0"/>
              </a:rPr>
              <a:t>- 경력사항</a:t>
            </a:r>
            <a:endParaRPr lang="ko-KR" altLang="en-US" sz="1800" cap="none" dirty="0" smtClean="0" b="0">
              <a:ln w="0" cap="flat" cmpd="sng">
                <a:noFill/>
                <a:prstDash/>
              </a:ln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ln w="0" cap="flat" cmpd="sng">
                <a:noFill/>
                <a:prstDash/>
              </a:ln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653415" y="1929765"/>
          <a:ext cx="785177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785"/>
                <a:gridCol w="1962785"/>
                <a:gridCol w="2550795"/>
                <a:gridCol w="1375410"/>
              </a:tblGrid>
              <a:tr h="482600"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근무시간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회사명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직무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비고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2017.01~2017.04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화인스텍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기술지원 엔지니어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텍스트 상자 9"/>
          <p:cNvSpPr txBox="1">
            <a:spLocks/>
          </p:cNvSpPr>
          <p:nvPr/>
        </p:nvSpPr>
        <p:spPr>
          <a:xfrm rot="0">
            <a:off x="311150" y="3204845"/>
            <a:ext cx="1887855" cy="37084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numCol="1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- 자격 취득 사항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70560" y="3667125"/>
          <a:ext cx="785177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785"/>
                <a:gridCol w="1962785"/>
                <a:gridCol w="2550795"/>
                <a:gridCol w="1375410"/>
              </a:tblGrid>
              <a:tr h="48260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취득일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자격증명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시험점수(등급)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비고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2016.04.10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TOEIC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665점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텍스트 상자 11"/>
          <p:cNvSpPr txBox="1">
            <a:spLocks/>
          </p:cNvSpPr>
          <p:nvPr/>
        </p:nvSpPr>
        <p:spPr>
          <a:xfrm rot="0">
            <a:off x="311785" y="4893945"/>
            <a:ext cx="1887855" cy="37084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- 교육 사항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683260" y="5403215"/>
          <a:ext cx="7851775" cy="1158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785"/>
                <a:gridCol w="2890520"/>
                <a:gridCol w="1841500"/>
                <a:gridCol w="1156970"/>
              </a:tblGrid>
              <a:tr h="48260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기간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교육과정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교육기관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비고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2017.05.22~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2017.11.21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응용SW 개발자 양성과정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한국소프트웨어 인재개발원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수료예정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직사각형 13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3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/>
          <p:cNvSpPr txBox="1">
            <a:spLocks/>
          </p:cNvSpPr>
          <p:nvPr/>
        </p:nvSpPr>
        <p:spPr>
          <a:xfrm rot="0">
            <a:off x="892175" y="2273935"/>
            <a:ext cx="2956560" cy="46101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1.  RemoteProject</a:t>
            </a:r>
            <a:endParaRPr lang="ko-KR" altLang="en-US" sz="24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5" name="텍스트 개체 틀 74"/>
          <p:cNvSpPr txBox="1">
            <a:spLocks/>
          </p:cNvSpPr>
          <p:nvPr>
            <p:ph type="ctrTitle" idx="14"/>
          </p:nvPr>
        </p:nvSpPr>
        <p:spPr>
          <a:xfrm rot="0">
            <a:off x="198120" y="182245"/>
            <a:ext cx="7773670" cy="102933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PROJECT</a:t>
            </a:r>
            <a:endParaRPr lang="ko-KR" altLang="en-US" sz="45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6" name="TextBox 75"/>
          <p:cNvSpPr txBox="1">
            <a:spLocks/>
          </p:cNvSpPr>
          <p:nvPr/>
        </p:nvSpPr>
        <p:spPr>
          <a:xfrm rot="0">
            <a:off x="892810" y="3421380"/>
            <a:ext cx="2957195" cy="46164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2.  Empty Bottle</a:t>
            </a:r>
            <a:endParaRPr lang="ko-KR" altLang="en-US" sz="24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7" name="직사각형 7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4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78" name="TextBox 77"/>
          <p:cNvSpPr txBox="1">
            <a:spLocks/>
          </p:cNvSpPr>
          <p:nvPr/>
        </p:nvSpPr>
        <p:spPr>
          <a:xfrm rot="0">
            <a:off x="895350" y="4561840"/>
            <a:ext cx="2957195" cy="46101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3.  ObserveDir</a:t>
            </a:r>
            <a:endParaRPr lang="ko-KR" altLang="en-US" sz="24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2300605" y="836295"/>
            <a:ext cx="3313430" cy="33909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1">
                <a:gradFill rotWithShape="1">
                  <a:gsLst>
                    <a:gs pos="0">
                      <a:srgbClr val="00B0F0"/>
                    </a:gs>
                    <a:gs pos="100000">
                      <a:srgbClr val="00B0F0"/>
                    </a:gs>
                  </a:gsLst>
                  <a:lin ang="5400000"/>
                </a:gradFill>
                <a:latin typeface="맑은 고딕" charset="0"/>
                <a:ea typeface="맑은 고딕" charset="0"/>
              </a:rPr>
              <a:t>Project 1</a:t>
            </a:r>
            <a:endParaRPr lang="ko-KR" altLang="en-US" sz="1600" cap="none" dirty="0" smtClean="0" b="1">
              <a:gradFill rotWithShape="1">
                <a:gsLst>
                  <a:gs pos="0">
                    <a:srgbClr val="00B0F0"/>
                  </a:gs>
                  <a:gs pos="100000">
                    <a:srgbClr val="00B0F0"/>
                  </a:gs>
                </a:gsLst>
                <a:lin ang="5400000"/>
              </a:gradFill>
              <a:latin typeface="맑은 고딕" charset="0"/>
              <a:ea typeface="맑은 고딕" charset="0"/>
            </a:endParaRPr>
          </a:p>
        </p:txBody>
      </p:sp>
      <p:sp>
        <p:nvSpPr>
          <p:cNvPr id="5" name="제목 4"/>
          <p:cNvSpPr txBox="1">
            <a:spLocks/>
          </p:cNvSpPr>
          <p:nvPr>
            <p:ph type="ctrTitle"/>
          </p:nvPr>
        </p:nvSpPr>
        <p:spPr>
          <a:xfrm rot="0">
            <a:off x="2272030" y="1299210"/>
            <a:ext cx="6548755" cy="147066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800" cap="none" spc="-90" dirty="0" smtClean="0" b="0">
                <a:latin typeface="맑은 고딕" charset="0"/>
                <a:ea typeface="맑은 고딕" charset="0"/>
              </a:rPr>
              <a:t>RemoteProject :</a:t>
            </a:r>
            <a:r>
              <a:rPr lang="en-US" altLang="ko-KR" sz="3800" cap="none" spc="-90" dirty="0" smtClean="0" b="0">
                <a:latin typeface="맑은 고딕" charset="0"/>
                <a:ea typeface="맑은 고딕" charset="0"/>
              </a:rPr>
              <a:t/>
            </a:r>
            <a:br>
              <a:rPr lang="en-US" altLang="ko-KR" sz="3800" cap="none" spc="-90" dirty="0" smtClean="0" b="0">
                <a:latin typeface="맑은 고딕" charset="0"/>
                <a:ea typeface="맑은 고딕" charset="0"/>
              </a:rPr>
            </a:br>
            <a:r>
              <a:rPr lang="en-US" altLang="ko-KR" sz="3800" cap="none" spc="-90" dirty="0" smtClean="0" b="0">
                <a:latin typeface="맑은 고딕" charset="0"/>
                <a:ea typeface="맑은 고딕" charset="0"/>
              </a:rPr>
              <a:t>소켓통신을 활용한 PC제어</a:t>
            </a:r>
            <a:endParaRPr lang="ko-KR" altLang="en-US" sz="3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5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301875" y="938530"/>
            <a:ext cx="2592705" cy="36893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개요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직사각형 17"/>
          <p:cNvSpPr>
            <a:spLocks/>
          </p:cNvSpPr>
          <p:nvPr/>
        </p:nvSpPr>
        <p:spPr>
          <a:xfrm rot="0">
            <a:off x="2318385" y="1287780"/>
            <a:ext cx="4321175" cy="937260"/>
          </a:xfrm>
          <a:prstGeom prst="rect"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이전 직장에서 팀뷰어를 사용했었는데 채팅기능의 접근성이 낮은건지 제어하는 PC의 메모장을 이용해서 대화하는것을 보고 이를 개선해 보고싶었다. JAVA를 사용하여 프로그램을 개발했다.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ko-KR" altLang="en-US" sz="1000" cap="none" dirty="0" smtClean="0" b="0">
              <a:solidFill>
                <a:schemeClr val="bg1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19655" y="2424430"/>
            <a:ext cx="3456940" cy="36893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적용 기술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406650" y="2780665"/>
            <a:ext cx="5761355" cy="322580"/>
          </a:xfrm>
          <a:prstGeom prst="rect">
            <a:avLst/>
          </a:prstGeom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chemeClr val="bg1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309880" y="241300"/>
            <a:ext cx="443230" cy="307340"/>
          </a:xfrm>
          <a:prstGeom prst="rect">
            <a:avLst/>
          </a:prstGeom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1-1</a:t>
            </a:r>
            <a:endParaRPr lang="ko-KR" altLang="en-US" sz="1400" cap="none" dirty="0" smtClean="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424180" y="541020"/>
            <a:ext cx="190944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2411730" y="539750"/>
            <a:ext cx="6311265" cy="127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8637270" y="6337935"/>
            <a:ext cx="255270" cy="231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fld id="{DEBAA755-0EE0-4EA3-BB8B-A4BF44186FB1}" type="slidenum">
              <a:rPr lang="en-US" altLang="ko-KR" sz="90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pPr lvl="0" algn="r"/>
              <a:t>5</a:t>
            </a:fld>
            <a:endParaRPr lang="ko-KR" altLang="en-US" sz="9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</a:endParaRPr>
          </a:p>
        </p:txBody>
      </p:sp>
      <p:sp>
        <p:nvSpPr>
          <p:cNvPr id="13" name="제목 12"/>
          <p:cNvSpPr>
            <a:spLocks noGrp="1"/>
          </p:cNvSpPr>
          <p:nvPr>
            <p:ph type="ctrTitle"/>
          </p:nvPr>
        </p:nvSpPr>
        <p:spPr>
          <a:xfrm>
            <a:off x="321310" y="935355"/>
            <a:ext cx="2014855" cy="1470660"/>
          </a:xfr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latin typeface="맑은 고딕" charset="0"/>
                <a:ea typeface="맑은 고딕" charset="0"/>
              </a:rPr>
              <a:t>RemoteProject </a:t>
            </a:r>
            <a:endParaRPr lang="ko-KR" altLang="en-US" sz="1800" cap="none" dirty="0" smtClean="0" b="1">
              <a:latin typeface="맑은 고딕" charset="0"/>
              <a:ea typeface="맑은 고딕" charset="0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2406015" y="2944495"/>
          <a:ext cx="6099810" cy="22739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2240"/>
                <a:gridCol w="4687570"/>
              </a:tblGrid>
              <a:tr h="730885"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개발 언어</a:t>
                      </a:r>
                      <a:endParaRPr lang="ko-KR" altLang="en-US" sz="16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JAVA</a:t>
                      </a:r>
                      <a:endParaRPr lang="ko-KR" altLang="en-US" sz="16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개발 도구</a:t>
                      </a:r>
                      <a:endParaRPr lang="ko-KR" altLang="en-US" sz="16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Eclipse</a:t>
                      </a:r>
                      <a:endParaRPr lang="ko-KR" altLang="en-US" sz="16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개발 환경</a:t>
                      </a:r>
                      <a:endParaRPr lang="ko-KR" altLang="en-US" sz="16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Windows10</a:t>
                      </a:r>
                      <a:endParaRPr lang="ko-KR" altLang="en-US" sz="16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2705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구조도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355" cy="322580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1-2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7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4855" cy="14706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RemoteProject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6" name="도형 65"/>
          <p:cNvSpPr>
            <a:spLocks/>
          </p:cNvSpPr>
          <p:nvPr/>
        </p:nvSpPr>
        <p:spPr>
          <a:xfrm rot="0">
            <a:off x="2406015" y="1424940"/>
            <a:ext cx="6092825" cy="506349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67" name="도형 66"/>
          <p:cNvSpPr>
            <a:spLocks/>
          </p:cNvSpPr>
          <p:nvPr/>
        </p:nvSpPr>
        <p:spPr>
          <a:xfrm rot="0">
            <a:off x="2776855" y="2238375"/>
            <a:ext cx="1532890" cy="351980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68" name="도형 67"/>
          <p:cNvSpPr>
            <a:spLocks/>
          </p:cNvSpPr>
          <p:nvPr/>
        </p:nvSpPr>
        <p:spPr>
          <a:xfrm rot="0">
            <a:off x="6523355" y="2238375"/>
            <a:ext cx="1640205" cy="353187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68"/>
          <p:cNvSpPr txBox="1">
            <a:spLocks/>
          </p:cNvSpPr>
          <p:nvPr/>
        </p:nvSpPr>
        <p:spPr>
          <a:xfrm rot="0">
            <a:off x="3039745" y="2406015"/>
            <a:ext cx="1105535" cy="30861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제어하는PC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70" name="텍스트 상자 69"/>
          <p:cNvSpPr txBox="1">
            <a:spLocks/>
          </p:cNvSpPr>
          <p:nvPr/>
        </p:nvSpPr>
        <p:spPr>
          <a:xfrm rot="0">
            <a:off x="6714490" y="2406015"/>
            <a:ext cx="1283335" cy="30861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제어당하는PC</a:t>
            </a:r>
            <a:endParaRPr lang="ko-KR" altLang="en-US" sz="1400" cap="none" dirty="0" smtClean="0" b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1" name="도형 70"/>
          <p:cNvSpPr>
            <a:spLocks/>
          </p:cNvSpPr>
          <p:nvPr/>
        </p:nvSpPr>
        <p:spPr>
          <a:xfrm rot="0">
            <a:off x="3004185" y="2788920"/>
            <a:ext cx="1125855" cy="52768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제어화면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수신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72" name="도형 71"/>
          <p:cNvSpPr>
            <a:spLocks/>
          </p:cNvSpPr>
          <p:nvPr/>
        </p:nvSpPr>
        <p:spPr>
          <a:xfrm rot="0">
            <a:off x="6774180" y="2776855"/>
            <a:ext cx="1125855" cy="52768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제어화면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전송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cxnSp>
        <p:nvCxnSpPr>
          <p:cNvPr id="73" name="도형 72"/>
          <p:cNvCxnSpPr>
            <a:stCxn id="72" idx="1"/>
            <a:endCxn id="71" idx="3"/>
          </p:cNvCxnSpPr>
          <p:nvPr/>
        </p:nvCxnSpPr>
        <p:spPr>
          <a:xfrm rot="0" flipH="1">
            <a:off x="4129405" y="3040380"/>
            <a:ext cx="2645410" cy="12700"/>
          </a:xfrm>
          <a:prstGeom prst="straightConnector1"/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텍스트 상자 73"/>
          <p:cNvSpPr txBox="1">
            <a:spLocks/>
          </p:cNvSpPr>
          <p:nvPr/>
        </p:nvSpPr>
        <p:spPr>
          <a:xfrm rot="0">
            <a:off x="5146675" y="2597150"/>
            <a:ext cx="567055" cy="370205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latin typeface="맑은 고딕" charset="0"/>
                <a:ea typeface="맑은 고딕" charset="0"/>
              </a:rPr>
              <a:t>TCP</a:t>
            </a:r>
            <a:endParaRPr lang="ko-KR" altLang="en-US" sz="1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75" name="도형 74"/>
          <p:cNvSpPr>
            <a:spLocks/>
          </p:cNvSpPr>
          <p:nvPr/>
        </p:nvSpPr>
        <p:spPr>
          <a:xfrm rot="0">
            <a:off x="3028315" y="3519170"/>
            <a:ext cx="1125855" cy="95821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마우스/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키보드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전송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76" name="도형 75"/>
          <p:cNvSpPr>
            <a:spLocks/>
          </p:cNvSpPr>
          <p:nvPr/>
        </p:nvSpPr>
        <p:spPr>
          <a:xfrm rot="0">
            <a:off x="6774815" y="3519170"/>
            <a:ext cx="1125855" cy="95821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마우스/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키보드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수신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cxnSp>
        <p:nvCxnSpPr>
          <p:cNvPr id="77" name="도형 76"/>
          <p:cNvCxnSpPr>
            <a:stCxn id="75" idx="3"/>
            <a:endCxn id="76" idx="1"/>
          </p:cNvCxnSpPr>
          <p:nvPr/>
        </p:nvCxnSpPr>
        <p:spPr>
          <a:xfrm rot="0">
            <a:off x="4153535" y="3997960"/>
            <a:ext cx="2621915" cy="635"/>
          </a:xfrm>
          <a:prstGeom prst="straightConnector1"/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텍스트 상자 77"/>
          <p:cNvSpPr txBox="1">
            <a:spLocks/>
          </p:cNvSpPr>
          <p:nvPr/>
        </p:nvSpPr>
        <p:spPr>
          <a:xfrm rot="0">
            <a:off x="5158740" y="3626485"/>
            <a:ext cx="635635" cy="37084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numCol="1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UDP</a:t>
            </a:r>
            <a:endParaRPr lang="ko-KR" altLang="en-US" sz="1800" cap="none" dirty="0" smtClean="0" b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9" name="도형 78"/>
          <p:cNvSpPr>
            <a:spLocks/>
          </p:cNvSpPr>
          <p:nvPr/>
        </p:nvSpPr>
        <p:spPr>
          <a:xfrm rot="0">
            <a:off x="3028315" y="4931410"/>
            <a:ext cx="1125855" cy="52768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채팅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송/수신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80" name="도형 79"/>
          <p:cNvSpPr>
            <a:spLocks/>
          </p:cNvSpPr>
          <p:nvPr/>
        </p:nvSpPr>
        <p:spPr>
          <a:xfrm rot="0">
            <a:off x="6774815" y="4942840"/>
            <a:ext cx="1125855" cy="52768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채팅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송/수신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cxnSp>
        <p:nvCxnSpPr>
          <p:cNvPr id="81" name="도형 80"/>
          <p:cNvCxnSpPr>
            <a:stCxn id="79" idx="3"/>
            <a:endCxn id="80" idx="1"/>
          </p:cNvCxnSpPr>
          <p:nvPr/>
        </p:nvCxnSpPr>
        <p:spPr>
          <a:xfrm rot="0">
            <a:off x="4153535" y="5194935"/>
            <a:ext cx="2621915" cy="12065"/>
          </a:xfrm>
          <a:prstGeom prst="straightConnector1"/>
          <a:ln w="9525" cap="flat" cmpd="sng">
            <a:prstDash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텍스트 상자 81"/>
          <p:cNvSpPr txBox="1">
            <a:spLocks/>
          </p:cNvSpPr>
          <p:nvPr/>
        </p:nvSpPr>
        <p:spPr>
          <a:xfrm rot="0">
            <a:off x="4919345" y="4823460"/>
            <a:ext cx="111315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TCP/UDP</a:t>
            </a:r>
            <a:endParaRPr lang="ko-KR" altLang="en-US" sz="1800" cap="none" dirty="0" smtClean="0" b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2705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355" cy="322580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1-3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8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4855" cy="14706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RemoteProject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44090" y="1937385"/>
            <a:ext cx="2721610" cy="3748405"/>
          </a:xfrm>
          <a:prstGeom prst="rect"/>
          <a:noFill/>
        </p:spPr>
      </p:pic>
      <p:sp>
        <p:nvSpPr>
          <p:cNvPr id="67" name="텍스트 상자 66"/>
          <p:cNvSpPr txBox="1">
            <a:spLocks/>
          </p:cNvSpPr>
          <p:nvPr/>
        </p:nvSpPr>
        <p:spPr>
          <a:xfrm rot="0">
            <a:off x="2526665" y="1484630"/>
            <a:ext cx="1760220" cy="370205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Master(제어PC)</a:t>
            </a:r>
            <a:endParaRPr lang="ko-KR" altLang="en-US" sz="18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30900" y="1956435"/>
            <a:ext cx="2711450" cy="3746500"/>
          </a:xfrm>
          <a:prstGeom prst="rect"/>
          <a:noFill/>
        </p:spPr>
      </p:pic>
      <p:sp>
        <p:nvSpPr>
          <p:cNvPr id="69" name="텍스트 상자 68"/>
          <p:cNvSpPr txBox="1">
            <a:spLocks/>
          </p:cNvSpPr>
          <p:nvPr/>
        </p:nvSpPr>
        <p:spPr>
          <a:xfrm rot="0">
            <a:off x="6400165" y="1484630"/>
            <a:ext cx="1586230" cy="37084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numCol="1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Slave(원격PC)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3340" cy="36957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990" cy="32321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1-4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9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RemoteProject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3283585" y="1484630"/>
            <a:ext cx="4288155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numCol="1" vert="horz" anchor="t">
            <a:no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Master Slave 연결 채팅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136140" y="1958975"/>
            <a:ext cx="2762885" cy="3797300"/>
          </a:xfrm>
          <a:prstGeom prst="rect"/>
          <a:noFill/>
        </p:spPr>
      </p:pic>
      <p:pic>
        <p:nvPicPr>
          <p:cNvPr id="73" name="그림 7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14720" y="1972945"/>
            <a:ext cx="2748915" cy="37763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3340" cy="36957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990" cy="32321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1-4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10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RemoteProject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3324225" y="1307465"/>
            <a:ext cx="4288155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numCol="1" vert="horz" anchor="t">
            <a:no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PC 영상 보기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01875" y="1784350"/>
            <a:ext cx="6510020" cy="3792220"/>
          </a:xfrm>
          <a:prstGeom prst="rect"/>
          <a:noFill/>
        </p:spPr>
      </p:pic>
      <p:sp>
        <p:nvSpPr>
          <p:cNvPr id="69" name="텍스트 상자 68"/>
          <p:cNvSpPr txBox="1">
            <a:spLocks/>
          </p:cNvSpPr>
          <p:nvPr/>
        </p:nvSpPr>
        <p:spPr>
          <a:xfrm rot="0">
            <a:off x="2305685" y="5748020"/>
            <a:ext cx="6057265" cy="8312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Youtube : </a:t>
            </a: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https://youtu.be/UQOiB6lzQzw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Github : </a:t>
            </a: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https://github.com/Guyclops/RemoteProject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텍스트 상자 33"/>
          <p:cNvSpPr txBox="1">
            <a:spLocks/>
          </p:cNvSpPr>
          <p:nvPr/>
        </p:nvSpPr>
        <p:spPr>
          <a:xfrm rot="0">
            <a:off x="2300605" y="836295"/>
            <a:ext cx="3313430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1">
                <a:gradFill rotWithShape="1">
                  <a:gsLst>
                    <a:gs pos="0">
                      <a:srgbClr val="00B0F0"/>
                    </a:gs>
                    <a:gs pos="100000">
                      <a:srgbClr val="00B0F0"/>
                    </a:gs>
                  </a:gsLst>
                  <a:lin ang="5400000"/>
                </a:gradFill>
                <a:latin typeface="맑은 고딕" charset="0"/>
                <a:ea typeface="맑은 고딕" charset="0"/>
              </a:rPr>
              <a:t>Project 2</a:t>
            </a:r>
            <a:endParaRPr lang="ko-KR" altLang="en-US" sz="1600" cap="none" dirty="0" smtClean="0" b="1">
              <a:gradFill rotWithShape="1">
                <a:gsLst>
                  <a:gs pos="0">
                    <a:srgbClr val="00B0F0"/>
                  </a:gs>
                  <a:gs pos="100000">
                    <a:srgbClr val="00B0F0"/>
                  </a:gs>
                </a:gsLst>
                <a:lin ang="5400000"/>
              </a:gradFill>
              <a:latin typeface="맑은 고딕" charset="0"/>
              <a:ea typeface="맑은 고딕" charset="0"/>
            </a:endParaRPr>
          </a:p>
        </p:txBody>
      </p:sp>
      <p:sp>
        <p:nvSpPr>
          <p:cNvPr id="5" name="텍스트 개체 틀 4"/>
          <p:cNvSpPr txBox="1">
            <a:spLocks/>
          </p:cNvSpPr>
          <p:nvPr>
            <p:ph type="ctrTitle"/>
          </p:nvPr>
        </p:nvSpPr>
        <p:spPr>
          <a:xfrm rot="0">
            <a:off x="2272030" y="1299210"/>
            <a:ext cx="6549390" cy="147129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Bottle:</a:t>
            </a: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/>
            </a:r>
            <a:b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</a:b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빈병 보증금 포인트 쇼핑몰</a:t>
            </a:r>
            <a:endParaRPr lang="ko-KR" altLang="en-US" sz="3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11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상자 9"/>
          <p:cNvSpPr txBox="1">
            <a:spLocks/>
          </p:cNvSpPr>
          <p:nvPr/>
        </p:nvSpPr>
        <p:spPr>
          <a:xfrm rot="0">
            <a:off x="2301875" y="938530"/>
            <a:ext cx="2593340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개발 동기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도형 17"/>
          <p:cNvSpPr>
            <a:spLocks/>
          </p:cNvSpPr>
          <p:nvPr/>
        </p:nvSpPr>
        <p:spPr>
          <a:xfrm rot="0">
            <a:off x="2301875" y="1214120"/>
            <a:ext cx="4322445" cy="93789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현재 환경부에서 시행하고 있는 빈병 보증금 제도를 활성화하기 위해 단점으로 생각되는 현금환급을 포인트화시켜 이를 활용할 수 있는 포인트 쇼핑몰을 구현하게 되었다.</a:t>
            </a: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</a:pP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20"/>
          <p:cNvSpPr txBox="1">
            <a:spLocks/>
          </p:cNvSpPr>
          <p:nvPr/>
        </p:nvSpPr>
        <p:spPr>
          <a:xfrm rot="0">
            <a:off x="2319655" y="2424430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개발 환경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2-1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2416175" y="2855595"/>
          <a:ext cx="5137785" cy="375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810"/>
                <a:gridCol w="2335530"/>
                <a:gridCol w="1401445"/>
              </a:tblGrid>
              <a:tr h="368300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영역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소프트웨어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버전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WAS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Apache Tomcat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8.0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13055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DBMS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Mysql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5.5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13055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Framework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Spring Framework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3.0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13055">
                <a:tc rowSpan="3"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TOOL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JDK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1.8.0_131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48640">
                <a:tc v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Eclipse IDE for Java EE Developers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lasted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2750">
                <a:tc v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ERMaster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lasted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CM Tool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VisualSVN Server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SVN Team provider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lasted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13055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Web Util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Apache cos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lasted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Design Tool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BootStrap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lasted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7" name="직사각형 66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12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상자 9"/>
          <p:cNvSpPr txBox="1">
            <a:spLocks/>
          </p:cNvSpPr>
          <p:nvPr/>
        </p:nvSpPr>
        <p:spPr>
          <a:xfrm rot="0">
            <a:off x="2301875" y="938530"/>
            <a:ext cx="2593340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역할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도형 17"/>
          <p:cNvSpPr>
            <a:spLocks/>
          </p:cNvSpPr>
          <p:nvPr/>
        </p:nvSpPr>
        <p:spPr>
          <a:xfrm rot="0">
            <a:off x="2301875" y="1214120"/>
            <a:ext cx="4321810" cy="93789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로그인, 회원가입 등의 회원관리 기능, 카카오링크를 활용한 선물서비스기능을 담당했다. 사용자들의 웹사이트 접근성을 높이고, 편리한 사이트 관리를 위해  안드로이드 어플리케이션을 개발하였다.</a:t>
            </a: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2063750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구조도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2-2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6" name="도형 65"/>
          <p:cNvSpPr>
            <a:spLocks/>
          </p:cNvSpPr>
          <p:nvPr/>
        </p:nvSpPr>
        <p:spPr>
          <a:xfrm rot="0">
            <a:off x="2410460" y="2401570"/>
            <a:ext cx="6162675" cy="4021455"/>
          </a:xfrm>
          <a:prstGeom prst="rect"/>
          <a:solidFill>
            <a:srgbClr val="FFFFFF"/>
          </a:solidFill>
          <a:ln w="254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pSp>
        <p:nvGrpSpPr>
          <p:cNvPr id="92" name="그룹 91"/>
          <p:cNvGrpSpPr/>
          <p:nvPr/>
        </p:nvGrpSpPr>
        <p:grpSpPr>
          <a:xfrm rot="0">
            <a:off x="2522855" y="2844165"/>
            <a:ext cx="5941695" cy="3288665"/>
            <a:chOff x="2522855" y="2844165"/>
            <a:chExt cx="5941695" cy="3288665"/>
          </a:xfrm>
        </p:grpSpPr>
        <p:sp>
          <p:nvSpPr>
            <p:cNvPr id="67" name="도형 66"/>
            <p:cNvSpPr>
              <a:spLocks/>
            </p:cNvSpPr>
            <p:nvPr/>
          </p:nvSpPr>
          <p:spPr>
            <a:xfrm rot="0">
              <a:off x="2522855" y="2844165"/>
              <a:ext cx="5941695" cy="3288665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68" name="텍스트 상자 67"/>
            <p:cNvSpPr txBox="1">
              <a:spLocks/>
            </p:cNvSpPr>
            <p:nvPr/>
          </p:nvSpPr>
          <p:spPr>
            <a:xfrm rot="0">
              <a:off x="5180330" y="2931795"/>
              <a:ext cx="622300" cy="351790"/>
            </a:xfrm>
            <a:prstGeom prst="rect"/>
            <a:noFill/>
            <a:ln w="0">
              <a:noFill/>
              <a:prstDash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서버</a:t>
              </a: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69" name="도형 68"/>
            <p:cNvSpPr>
              <a:spLocks/>
            </p:cNvSpPr>
            <p:nvPr/>
          </p:nvSpPr>
          <p:spPr>
            <a:xfrm rot="0">
              <a:off x="2707005" y="4370070"/>
              <a:ext cx="883920" cy="1270000"/>
            </a:xfrm>
            <a:prstGeom prst="can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MySql</a:t>
              </a: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DB</a:t>
              </a: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0" name="도형 69"/>
            <p:cNvSpPr>
              <a:spLocks/>
            </p:cNvSpPr>
            <p:nvPr/>
          </p:nvSpPr>
          <p:spPr>
            <a:xfrm rot="0">
              <a:off x="4123055" y="3343275"/>
              <a:ext cx="4166870" cy="264541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1" name="텍스트 상자 70"/>
            <p:cNvSpPr txBox="1">
              <a:spLocks/>
            </p:cNvSpPr>
            <p:nvPr/>
          </p:nvSpPr>
          <p:spPr>
            <a:xfrm rot="0">
              <a:off x="5888990" y="3343275"/>
              <a:ext cx="634365" cy="351790"/>
            </a:xfrm>
            <a:prstGeom prst="rect"/>
            <a:noFill/>
            <a:ln w="0">
              <a:noFill/>
              <a:prstDash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WEB</a:t>
              </a: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2" name="도형 71"/>
            <p:cNvSpPr>
              <a:spLocks/>
            </p:cNvSpPr>
            <p:nvPr/>
          </p:nvSpPr>
          <p:spPr>
            <a:xfrm rot="5400000" flipH="1" flipV="1">
              <a:off x="3255645" y="3520440"/>
              <a:ext cx="742950" cy="957580"/>
            </a:xfrm>
            <a:prstGeom prst="bentConnector2"/>
            <a:ln w="25400" cap="flat" cmpd="sng">
              <a:prstDash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3" name="도형 72"/>
            <p:cNvSpPr>
              <a:spLocks/>
            </p:cNvSpPr>
            <p:nvPr/>
          </p:nvSpPr>
          <p:spPr>
            <a:xfrm rot="0">
              <a:off x="5704205" y="3683000"/>
              <a:ext cx="10045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메뉴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4" name="도형 73"/>
            <p:cNvSpPr>
              <a:spLocks/>
            </p:cNvSpPr>
            <p:nvPr/>
          </p:nvSpPr>
          <p:spPr>
            <a:xfrm rot="0">
              <a:off x="4491355" y="4201160"/>
              <a:ext cx="10045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관리자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6" name="도형 75"/>
            <p:cNvSpPr>
              <a:spLocks/>
            </p:cNvSpPr>
            <p:nvPr/>
          </p:nvSpPr>
          <p:spPr>
            <a:xfrm rot="0">
              <a:off x="6955155" y="4201160"/>
              <a:ext cx="10045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77" name="도형 76"/>
            <p:cNvCxnSpPr>
              <a:stCxn id="74" idx="3"/>
              <a:endCxn id="76" idx="1"/>
            </p:cNvCxnSpPr>
            <p:nvPr/>
          </p:nvCxnSpPr>
          <p:spPr>
            <a:xfrm rot="0">
              <a:off x="5494020" y="4316730"/>
              <a:ext cx="1461770" cy="127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도형 77"/>
            <p:cNvCxnSpPr>
              <a:stCxn id="73" idx="2"/>
            </p:cNvCxnSpPr>
            <p:nvPr/>
          </p:nvCxnSpPr>
          <p:spPr>
            <a:xfrm rot="0" flipH="1">
              <a:off x="6201410" y="3915410"/>
              <a:ext cx="5080" cy="39370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도형 78"/>
            <p:cNvCxnSpPr/>
            <p:nvPr/>
          </p:nvCxnSpPr>
          <p:spPr>
            <a:xfrm rot="0">
              <a:off x="4937125" y="4432935"/>
              <a:ext cx="5080" cy="43942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도형 79"/>
            <p:cNvSpPr>
              <a:spLocks/>
            </p:cNvSpPr>
            <p:nvPr/>
          </p:nvSpPr>
          <p:spPr>
            <a:xfrm rot="0">
              <a:off x="4197350" y="4772660"/>
              <a:ext cx="5981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상품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81" name="도형 80"/>
            <p:cNvSpPr>
              <a:spLocks/>
            </p:cNvSpPr>
            <p:nvPr/>
          </p:nvSpPr>
          <p:spPr>
            <a:xfrm rot="0">
              <a:off x="5080000" y="4763770"/>
              <a:ext cx="5981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82" name="도형 81"/>
            <p:cNvCxnSpPr>
              <a:stCxn id="80" idx="3"/>
              <a:endCxn id="81" idx="1"/>
            </p:cNvCxnSpPr>
            <p:nvPr/>
          </p:nvCxnSpPr>
          <p:spPr>
            <a:xfrm rot="0" flipV="1">
              <a:off x="4794250" y="4879975"/>
              <a:ext cx="287020" cy="1016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텍스트 상자 82"/>
            <p:cNvSpPr txBox="1">
              <a:spLocks/>
            </p:cNvSpPr>
            <p:nvPr/>
          </p:nvSpPr>
          <p:spPr>
            <a:xfrm rot="0">
              <a:off x="4232910" y="5023485"/>
              <a:ext cx="473710" cy="614680"/>
            </a:xfrm>
            <a:prstGeom prst="rect"/>
            <a:noFill/>
            <a:ln w="0">
              <a:noFill/>
              <a:prstDash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추가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삭제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수정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84" name="텍스트 상자 83"/>
            <p:cNvSpPr txBox="1">
              <a:spLocks/>
            </p:cNvSpPr>
            <p:nvPr/>
          </p:nvSpPr>
          <p:spPr>
            <a:xfrm rot="0">
              <a:off x="5115560" y="5023485"/>
              <a:ext cx="473710" cy="61468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추가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삭제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수정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85" name="도형 84"/>
            <p:cNvCxnSpPr/>
            <p:nvPr/>
          </p:nvCxnSpPr>
          <p:spPr>
            <a:xfrm rot="0">
              <a:off x="7438390" y="4442460"/>
              <a:ext cx="5080" cy="43942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도형 85"/>
            <p:cNvSpPr>
              <a:spLocks/>
            </p:cNvSpPr>
            <p:nvPr/>
          </p:nvSpPr>
          <p:spPr>
            <a:xfrm rot="0">
              <a:off x="6698615" y="4782185"/>
              <a:ext cx="5981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상품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87" name="도형 86"/>
            <p:cNvSpPr>
              <a:spLocks/>
            </p:cNvSpPr>
            <p:nvPr/>
          </p:nvSpPr>
          <p:spPr>
            <a:xfrm rot="0">
              <a:off x="7581900" y="4772660"/>
              <a:ext cx="5981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88" name="도형 87"/>
            <p:cNvCxnSpPr/>
            <p:nvPr/>
          </p:nvCxnSpPr>
          <p:spPr>
            <a:xfrm rot="0" flipV="1">
              <a:off x="7295515" y="4888865"/>
              <a:ext cx="287020" cy="1016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텍스트 상자 88"/>
            <p:cNvSpPr txBox="1">
              <a:spLocks/>
            </p:cNvSpPr>
            <p:nvPr/>
          </p:nvSpPr>
          <p:spPr>
            <a:xfrm rot="0">
              <a:off x="6596380" y="5023485"/>
              <a:ext cx="770890" cy="61468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구매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선물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장바구니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90" name="텍스트 상자 89"/>
            <p:cNvSpPr txBox="1">
              <a:spLocks/>
            </p:cNvSpPr>
            <p:nvPr/>
          </p:nvSpPr>
          <p:spPr>
            <a:xfrm rot="0">
              <a:off x="7430770" y="5005070"/>
              <a:ext cx="920750" cy="614680"/>
            </a:xfrm>
            <a:prstGeom prst="rect"/>
            <a:noFill/>
            <a:ln w="0">
              <a:noFill/>
              <a:prstDash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정보수정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포인트확인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등급확인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91" name="도형 90"/>
            <p:cNvSpPr>
              <a:spLocks/>
            </p:cNvSpPr>
            <p:nvPr/>
          </p:nvSpPr>
          <p:spPr>
            <a:xfrm rot="0">
              <a:off x="5722620" y="4102100"/>
              <a:ext cx="1004570" cy="49276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로그인</a:t>
              </a:r>
              <a:endParaRPr lang="ko-KR" altLang="en-US" sz="14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/회원가입</a:t>
              </a:r>
              <a:endParaRPr lang="ko-KR" altLang="en-US" sz="14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</p:grpSp>
      <p:sp>
        <p:nvSpPr>
          <p:cNvPr id="93" name="직사각형 92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13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구조도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2-3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6" name="도형 65"/>
          <p:cNvSpPr>
            <a:spLocks/>
          </p:cNvSpPr>
          <p:nvPr/>
        </p:nvSpPr>
        <p:spPr>
          <a:xfrm rot="0">
            <a:off x="2410460" y="1101725"/>
            <a:ext cx="6311265" cy="3335020"/>
          </a:xfrm>
          <a:prstGeom prst="rect"/>
          <a:solidFill>
            <a:srgbClr val="FFFFFF"/>
          </a:solidFill>
          <a:ln w="254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pSp>
        <p:nvGrpSpPr>
          <p:cNvPr id="107" name="그룹 106"/>
          <p:cNvGrpSpPr/>
          <p:nvPr/>
        </p:nvGrpSpPr>
        <p:grpSpPr>
          <a:xfrm rot="0">
            <a:off x="2523490" y="1280160"/>
            <a:ext cx="6084570" cy="2863850"/>
            <a:chOff x="2523490" y="1280160"/>
            <a:chExt cx="6084570" cy="2863850"/>
          </a:xfrm>
        </p:grpSpPr>
        <p:sp>
          <p:nvSpPr>
            <p:cNvPr id="67" name="도형 66"/>
            <p:cNvSpPr>
              <a:spLocks/>
            </p:cNvSpPr>
            <p:nvPr/>
          </p:nvSpPr>
          <p:spPr>
            <a:xfrm rot="0">
              <a:off x="2523490" y="1280160"/>
              <a:ext cx="6085205" cy="2864485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68" name="텍스트 상자 67"/>
            <p:cNvSpPr txBox="1">
              <a:spLocks/>
            </p:cNvSpPr>
            <p:nvPr/>
          </p:nvSpPr>
          <p:spPr>
            <a:xfrm rot="0">
              <a:off x="4906010" y="1355090"/>
              <a:ext cx="1323975" cy="371475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안드로이드</a:t>
              </a: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3" name="도형 72"/>
            <p:cNvSpPr>
              <a:spLocks/>
            </p:cNvSpPr>
            <p:nvPr/>
          </p:nvSpPr>
          <p:spPr>
            <a:xfrm rot="0">
              <a:off x="5028565" y="1770380"/>
              <a:ext cx="102870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로그인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4" name="도형 73"/>
            <p:cNvSpPr>
              <a:spLocks/>
            </p:cNvSpPr>
            <p:nvPr/>
          </p:nvSpPr>
          <p:spPr>
            <a:xfrm rot="0">
              <a:off x="3589020" y="2486025"/>
              <a:ext cx="102870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관리자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6" name="도형 75"/>
            <p:cNvSpPr>
              <a:spLocks/>
            </p:cNvSpPr>
            <p:nvPr/>
          </p:nvSpPr>
          <p:spPr>
            <a:xfrm rot="0">
              <a:off x="6553835" y="2486025"/>
              <a:ext cx="102870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77" name="도형 76"/>
            <p:cNvCxnSpPr/>
            <p:nvPr/>
          </p:nvCxnSpPr>
          <p:spPr>
            <a:xfrm rot="0" flipV="1">
              <a:off x="4096385" y="2287905"/>
              <a:ext cx="2977515" cy="1143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도형 78"/>
            <p:cNvCxnSpPr/>
            <p:nvPr/>
          </p:nvCxnSpPr>
          <p:spPr>
            <a:xfrm rot="0" flipH="1">
              <a:off x="4011295" y="2730500"/>
              <a:ext cx="8255" cy="42545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도형 79"/>
            <p:cNvSpPr>
              <a:spLocks/>
            </p:cNvSpPr>
            <p:nvPr/>
          </p:nvSpPr>
          <p:spPr>
            <a:xfrm rot="0">
              <a:off x="3249930" y="3023235"/>
              <a:ext cx="61341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상품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81" name="도형 80"/>
            <p:cNvSpPr>
              <a:spLocks/>
            </p:cNvSpPr>
            <p:nvPr/>
          </p:nvSpPr>
          <p:spPr>
            <a:xfrm rot="0">
              <a:off x="4154170" y="3022600"/>
              <a:ext cx="61341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82" name="도형 81"/>
            <p:cNvCxnSpPr/>
            <p:nvPr/>
          </p:nvCxnSpPr>
          <p:spPr>
            <a:xfrm rot="0">
              <a:off x="3861435" y="3145155"/>
              <a:ext cx="293370" cy="1079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텍스트 상자 82"/>
            <p:cNvSpPr txBox="1">
              <a:spLocks/>
            </p:cNvSpPr>
            <p:nvPr/>
          </p:nvSpPr>
          <p:spPr>
            <a:xfrm rot="0">
              <a:off x="3286760" y="3324225"/>
              <a:ext cx="485775" cy="64897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추가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삭제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수정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84" name="텍스트 상자 83"/>
            <p:cNvSpPr txBox="1">
              <a:spLocks/>
            </p:cNvSpPr>
            <p:nvPr/>
          </p:nvSpPr>
          <p:spPr>
            <a:xfrm rot="0">
              <a:off x="4191000" y="3324225"/>
              <a:ext cx="485775" cy="64897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추가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삭제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수정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92" name="도형 91"/>
            <p:cNvCxnSpPr/>
            <p:nvPr/>
          </p:nvCxnSpPr>
          <p:spPr>
            <a:xfrm rot="0">
              <a:off x="6055360" y="1892300"/>
              <a:ext cx="472440" cy="190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도형 92"/>
            <p:cNvSpPr>
              <a:spLocks/>
            </p:cNvSpPr>
            <p:nvPr/>
          </p:nvSpPr>
          <p:spPr>
            <a:xfrm rot="0">
              <a:off x="6525895" y="1807845"/>
              <a:ext cx="102870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회원가입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94" name="도형 93"/>
            <p:cNvSpPr>
              <a:spLocks/>
            </p:cNvSpPr>
            <p:nvPr/>
          </p:nvSpPr>
          <p:spPr>
            <a:xfrm rot="0">
              <a:off x="5029200" y="2486025"/>
              <a:ext cx="102870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매니저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95" name="도형 94"/>
            <p:cNvCxnSpPr>
              <a:endCxn id="74" idx="0"/>
            </p:cNvCxnSpPr>
            <p:nvPr/>
          </p:nvCxnSpPr>
          <p:spPr>
            <a:xfrm rot="0" flipH="1">
              <a:off x="4102100" y="2287905"/>
              <a:ext cx="5715" cy="20002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도형 95"/>
            <p:cNvCxnSpPr/>
            <p:nvPr/>
          </p:nvCxnSpPr>
          <p:spPr>
            <a:xfrm rot="0">
              <a:off x="5541645" y="2014855"/>
              <a:ext cx="2540" cy="47307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도형 96"/>
            <p:cNvCxnSpPr/>
            <p:nvPr/>
          </p:nvCxnSpPr>
          <p:spPr>
            <a:xfrm rot="0" flipH="1" flipV="1">
              <a:off x="7062470" y="2287905"/>
              <a:ext cx="6350" cy="20002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도형 97"/>
            <p:cNvCxnSpPr/>
            <p:nvPr/>
          </p:nvCxnSpPr>
          <p:spPr>
            <a:xfrm rot="0">
              <a:off x="5655945" y="2711450"/>
              <a:ext cx="5715" cy="44450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도형 98"/>
            <p:cNvSpPr>
              <a:spLocks/>
            </p:cNvSpPr>
            <p:nvPr/>
          </p:nvSpPr>
          <p:spPr>
            <a:xfrm rot="0">
              <a:off x="4888230" y="3041650"/>
              <a:ext cx="61341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1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포인트</a:t>
              </a:r>
              <a:endParaRPr lang="ko-KR" altLang="en-US" sz="11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100" name="도형 99"/>
            <p:cNvSpPr>
              <a:spLocks/>
            </p:cNvSpPr>
            <p:nvPr/>
          </p:nvSpPr>
          <p:spPr>
            <a:xfrm rot="0">
              <a:off x="5792470" y="3032125"/>
              <a:ext cx="65024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바코드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101" name="도형 100"/>
            <p:cNvCxnSpPr/>
            <p:nvPr/>
          </p:nvCxnSpPr>
          <p:spPr>
            <a:xfrm rot="0" flipV="1">
              <a:off x="5499735" y="3154045"/>
              <a:ext cx="294640" cy="1143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텍스트 상자 101"/>
            <p:cNvSpPr txBox="1">
              <a:spLocks/>
            </p:cNvSpPr>
            <p:nvPr/>
          </p:nvSpPr>
          <p:spPr>
            <a:xfrm rot="0">
              <a:off x="4953000" y="3314700"/>
              <a:ext cx="485775" cy="27940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적립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103" name="텍스트 상자 102"/>
            <p:cNvSpPr txBox="1">
              <a:spLocks/>
            </p:cNvSpPr>
            <p:nvPr/>
          </p:nvSpPr>
          <p:spPr>
            <a:xfrm rot="0">
              <a:off x="5829300" y="3305175"/>
              <a:ext cx="485775" cy="27940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인식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104" name="도형 103"/>
            <p:cNvCxnSpPr/>
            <p:nvPr/>
          </p:nvCxnSpPr>
          <p:spPr>
            <a:xfrm rot="0" flipH="1">
              <a:off x="7052945" y="2730500"/>
              <a:ext cx="15875" cy="29400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도형 104"/>
            <p:cNvSpPr>
              <a:spLocks/>
            </p:cNvSpPr>
            <p:nvPr/>
          </p:nvSpPr>
          <p:spPr>
            <a:xfrm rot="0">
              <a:off x="6734175" y="3022600"/>
              <a:ext cx="65024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웹뷰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</p:grpSp>
      <p:sp>
        <p:nvSpPr>
          <p:cNvPr id="106" name="텍스트 상자 105"/>
          <p:cNvSpPr txBox="1">
            <a:spLocks/>
          </p:cNvSpPr>
          <p:nvPr/>
        </p:nvSpPr>
        <p:spPr>
          <a:xfrm>
            <a:off x="2292985" y="4741545"/>
            <a:ext cx="5681980" cy="132397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Github :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         Web - https://github.com/Guyclops/EmptyBottle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25400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Android - https://github.com/Guyclops/EBottle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25400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Hosting : http://ebottles.cafe24.com/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08" name="직사각형 107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14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2-4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94890" y="1694815"/>
            <a:ext cx="2640965" cy="4683760"/>
          </a:xfrm>
          <a:prstGeom prst="rect"/>
          <a:noFill/>
        </p:spPr>
      </p:pic>
      <p:sp>
        <p:nvSpPr>
          <p:cNvPr id="67" name="텍스트 상자 66"/>
          <p:cNvSpPr txBox="1">
            <a:spLocks/>
          </p:cNvSpPr>
          <p:nvPr/>
        </p:nvSpPr>
        <p:spPr>
          <a:xfrm rot="0">
            <a:off x="2966085" y="1233170"/>
            <a:ext cx="1301115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메인화면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750560" y="1704340"/>
            <a:ext cx="2763520" cy="4643755"/>
          </a:xfrm>
          <a:prstGeom prst="rect"/>
          <a:noFill/>
        </p:spPr>
      </p:pic>
      <p:sp>
        <p:nvSpPr>
          <p:cNvPr id="69" name="텍스트 상자 68"/>
          <p:cNvSpPr txBox="1">
            <a:spLocks/>
          </p:cNvSpPr>
          <p:nvPr/>
        </p:nvSpPr>
        <p:spPr>
          <a:xfrm rot="0">
            <a:off x="6469380" y="1233170"/>
            <a:ext cx="1301115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회원가입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0" name="직사각형 69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15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2-5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966085" y="1233170"/>
            <a:ext cx="140462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회원로그인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68"/>
          <p:cNvSpPr txBox="1">
            <a:spLocks/>
          </p:cNvSpPr>
          <p:nvPr/>
        </p:nvSpPr>
        <p:spPr>
          <a:xfrm rot="0">
            <a:off x="6469380" y="1233170"/>
            <a:ext cx="1301115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기프티콘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94255" y="1619885"/>
            <a:ext cx="2716530" cy="4878705"/>
          </a:xfrm>
          <a:prstGeom prst="rect"/>
          <a:noFill/>
        </p:spPr>
      </p:pic>
      <p:pic>
        <p:nvPicPr>
          <p:cNvPr id="71" name="그림 7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749925" y="1619250"/>
            <a:ext cx="2735580" cy="4881880"/>
          </a:xfrm>
          <a:prstGeom prst="rect"/>
          <a:noFill/>
        </p:spPr>
      </p:pic>
      <p:sp>
        <p:nvSpPr>
          <p:cNvPr id="72" name="직사각형 71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16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2-6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966085" y="1233170"/>
            <a:ext cx="159258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기프티콘보기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68"/>
          <p:cNvSpPr txBox="1">
            <a:spLocks/>
          </p:cNvSpPr>
          <p:nvPr/>
        </p:nvSpPr>
        <p:spPr>
          <a:xfrm rot="0">
            <a:off x="6469380" y="1233170"/>
            <a:ext cx="138557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관리자화면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94255" y="1619885"/>
            <a:ext cx="2726055" cy="4878705"/>
          </a:xfrm>
          <a:prstGeom prst="rect"/>
          <a:noFill/>
        </p:spPr>
      </p:pic>
      <p:pic>
        <p:nvPicPr>
          <p:cNvPr id="73" name="그림 7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862955" y="1600835"/>
            <a:ext cx="2726055" cy="4890770"/>
          </a:xfrm>
          <a:prstGeom prst="rect"/>
          <a:noFill/>
        </p:spPr>
      </p:pic>
      <p:sp>
        <p:nvSpPr>
          <p:cNvPr id="74" name="직사각형 73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17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2-7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966085" y="1233170"/>
            <a:ext cx="159258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관리자화면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68"/>
          <p:cNvSpPr txBox="1">
            <a:spLocks/>
          </p:cNvSpPr>
          <p:nvPr/>
        </p:nvSpPr>
        <p:spPr>
          <a:xfrm rot="0">
            <a:off x="6102350" y="1233170"/>
            <a:ext cx="211963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상품 추가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4" name="그림 7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94255" y="1694815"/>
            <a:ext cx="2716530" cy="4825365"/>
          </a:xfrm>
          <a:prstGeom prst="rect"/>
          <a:noFill/>
        </p:spPr>
      </p:pic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806440" y="1666875"/>
            <a:ext cx="2716530" cy="4834890"/>
          </a:xfrm>
          <a:prstGeom prst="rect"/>
          <a:noFill/>
        </p:spPr>
      </p:pic>
      <p:sp>
        <p:nvSpPr>
          <p:cNvPr id="76" name="직사각형 75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18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2-8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523490" y="1233170"/>
            <a:ext cx="227076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매니저 포인트적립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68"/>
          <p:cNvSpPr txBox="1">
            <a:spLocks/>
          </p:cNvSpPr>
          <p:nvPr/>
        </p:nvSpPr>
        <p:spPr>
          <a:xfrm rot="0">
            <a:off x="6102350" y="1233170"/>
            <a:ext cx="211963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매니저 바코드인식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94255" y="1713865"/>
            <a:ext cx="2707005" cy="4825365"/>
          </a:xfrm>
          <a:prstGeom prst="rect"/>
          <a:noFill/>
        </p:spPr>
      </p:pic>
      <p:pic>
        <p:nvPicPr>
          <p:cNvPr id="71" name="그림 7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797550" y="1723390"/>
            <a:ext cx="2716530" cy="4834890"/>
          </a:xfrm>
          <a:prstGeom prst="rect"/>
          <a:noFill/>
        </p:spPr>
      </p:pic>
      <p:sp>
        <p:nvSpPr>
          <p:cNvPr id="72" name="직사각형 71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19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텍스트 상자 33"/>
          <p:cNvSpPr txBox="1">
            <a:spLocks/>
          </p:cNvSpPr>
          <p:nvPr/>
        </p:nvSpPr>
        <p:spPr>
          <a:xfrm rot="0">
            <a:off x="2300605" y="836295"/>
            <a:ext cx="3314065" cy="33845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1">
                <a:gradFill rotWithShape="1">
                  <a:gsLst>
                    <a:gs pos="0">
                      <a:srgbClr val="00B0F0"/>
                    </a:gs>
                    <a:gs pos="100000">
                      <a:srgbClr val="00B0F0"/>
                    </a:gs>
                  </a:gsLst>
                  <a:lin ang="5400000"/>
                </a:gradFill>
                <a:latin typeface="맑은 고딕" charset="0"/>
                <a:ea typeface="맑은 고딕" charset="0"/>
              </a:rPr>
              <a:t>Project 3</a:t>
            </a:r>
            <a:endParaRPr lang="ko-KR" altLang="en-US" sz="1600" cap="none" dirty="0" smtClean="0" b="1">
              <a:gradFill rotWithShape="1">
                <a:gsLst>
                  <a:gs pos="0">
                    <a:srgbClr val="00B0F0"/>
                  </a:gs>
                  <a:gs pos="100000">
                    <a:srgbClr val="00B0F0"/>
                  </a:gs>
                </a:gsLst>
                <a:lin ang="5400000"/>
              </a:gradFill>
              <a:latin typeface="맑은 고딕" charset="0"/>
              <a:ea typeface="맑은 고딕" charset="0"/>
            </a:endParaRPr>
          </a:p>
        </p:txBody>
      </p:sp>
      <p:sp>
        <p:nvSpPr>
          <p:cNvPr id="5" name="텍스트 개체 틀 4"/>
          <p:cNvSpPr txBox="1">
            <a:spLocks/>
          </p:cNvSpPr>
          <p:nvPr>
            <p:ph type="ctrTitle"/>
          </p:nvPr>
        </p:nvSpPr>
        <p:spPr>
          <a:xfrm rot="0">
            <a:off x="2272030" y="1299210"/>
            <a:ext cx="6550025" cy="147193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ObserveDir:</a:t>
            </a: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/>
            </a:r>
            <a:b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</a:b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디렉토리 감시 데몬프로세스</a:t>
            </a:r>
            <a:endParaRPr lang="ko-KR" altLang="en-US" sz="3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8637270" y="6337935"/>
            <a:ext cx="257175" cy="233044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20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3340" cy="36957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개요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직사각형 17"/>
          <p:cNvSpPr>
            <a:spLocks/>
          </p:cNvSpPr>
          <p:nvPr/>
        </p:nvSpPr>
        <p:spPr>
          <a:xfrm>
            <a:off x="2318385" y="1287780"/>
            <a:ext cx="4322445" cy="1398270"/>
          </a:xfrm>
          <a:prstGeom prst="rect"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리눅스시스템프로그래밍 시간에 교수님이 해주시던 옛날얘기를 듣고 만들게 되었다. 교수님은 과제제출을 공용디렉토리인 /tmp 디렉토리에 파일을 올려서 누가 제일 짧은 코드로 짯는지 비교했다고 한다. 이를 바탕으로해서 공용디렉토리가 있다면 이 안에서 누가 어떤작업을 했는지 로그를 기록하는 프로세스를 만들어 보기로 생각했다. </a:t>
            </a: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 rot="0">
            <a:off x="2310130" y="2891155"/>
            <a:ext cx="3457575" cy="36957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적용 기술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990" cy="32321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3-1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21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2396490" y="3472180"/>
          <a:ext cx="6099810" cy="22618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2240"/>
                <a:gridCol w="4687570"/>
              </a:tblGrid>
              <a:tr h="71882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개발 언어</a:t>
                      </a:r>
                      <a:endParaRPr lang="ko-KR" altLang="en-US" sz="16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C</a:t>
                      </a:r>
                      <a:endParaRPr lang="ko-KR" altLang="en-US" sz="16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개발 도구</a:t>
                      </a:r>
                      <a:endParaRPr lang="ko-KR" altLang="en-US" sz="16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Vim</a:t>
                      </a:r>
                      <a:endParaRPr lang="ko-KR" altLang="en-US" sz="16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개발 환경</a:t>
                      </a:r>
                      <a:endParaRPr lang="ko-KR" altLang="en-US" sz="16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Fedora 19(Linux kernel 3.10)</a:t>
                      </a:r>
                      <a:endParaRPr lang="ko-KR" altLang="en-US" sz="16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3340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프로세스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직사각형 17"/>
          <p:cNvSpPr>
            <a:spLocks/>
          </p:cNvSpPr>
          <p:nvPr/>
        </p:nvSpPr>
        <p:spPr>
          <a:xfrm rot="0">
            <a:off x="2318385" y="1287780"/>
            <a:ext cx="4321810" cy="394906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1) ssu_daemon</a:t>
            </a: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목표 설정 : 데몬 프로세스이고 지정된 폴더 ‘/ttmp’를 감시하며 생성, 삭제, 수정에대한 이벤트를 감시하고 기록한다. (일반 유저는 홈디렉토리/syslog에 root면 /syslog에 기록) 또한 ssu_client와 IPC를 할 수 있어야 한다.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분석 : 여러 조건을 만족시켜 데몬 프로세스를 생성하고, ssu_client와는 스레드를 사용하여 메시지큐로 IPC를 한다. ‘/ttmp’를 감시하기 위해 Inotify를 사용한다.</a:t>
            </a: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2) ssu_client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목표 설정 : 데몬프로세스가 기록한 syslog를 출력할수 있다. 특정 확장자를 등록하여 자신의 파일이 아니어도 이벤트를 감시할 수 있게만든다.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분석 : 현재 유저ID를 알아야 하고, ssu_daemon과 IPC를 하여 접근권한이 없는 syslog도 가져올 수 있다. 특정확장자를 ssu_daemon에 기록해야 하므로 메시지 큐를 이용한다.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990" cy="32321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3-2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22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3340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데몬 프로세스 순서도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990" cy="32321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3-3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23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6" name="그림 65" descr="C:/Users/kosmo_21/AppData/Roaming/PolarisOffice/ETemp/6528_3547392/fImage19907927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400935" y="1430020"/>
            <a:ext cx="3942080" cy="4906010"/>
          </a:xfrm>
          <a:prstGeom prst="rect"/>
          <a:noFill/>
          <a:ln w="0">
            <a:noFill/>
            <a:prstDash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3-4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135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3170" cy="317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6125" cy="14719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333625" y="1476375"/>
            <a:ext cx="1301750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데몬 실행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0" name="직사각형 69"/>
          <p:cNvSpPr>
            <a:spLocks/>
          </p:cNvSpPr>
          <p:nvPr/>
        </p:nvSpPr>
        <p:spPr>
          <a:xfrm rot="0">
            <a:off x="8637270" y="6337935"/>
            <a:ext cx="257175" cy="233044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24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71" name="TextBox 70"/>
          <p:cNvSpPr txBox="1">
            <a:spLocks/>
          </p:cNvSpPr>
          <p:nvPr/>
        </p:nvSpPr>
        <p:spPr>
          <a:xfrm rot="0">
            <a:off x="2301875" y="938530"/>
            <a:ext cx="2593340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2" name="그림 71" descr="C:/Users/kosmo_21/AppData/Roaming/PolarisOffice/ETemp/6528_3547392/fImage244779668467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2042160"/>
            <a:ext cx="6642735" cy="1381125"/>
          </a:xfrm>
          <a:prstGeom prst="rect"/>
          <a:noFill/>
          <a:ln w="0">
            <a:noFill/>
            <a:prstDash/>
          </a:ln>
        </p:spPr>
      </p:pic>
      <p:pic>
        <p:nvPicPr>
          <p:cNvPr id="73" name="그림 72" descr="C:/Users/kosmo_21/AppData/Roaming/PolarisOffice/ETemp/6528_3547392/fImage226139696334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3819525"/>
            <a:ext cx="6642735" cy="1234440"/>
          </a:xfrm>
          <a:prstGeom prst="rect"/>
          <a:noFill/>
          <a:ln w="0">
            <a:noFill/>
            <a:prstDash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3-5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135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3170" cy="317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6125" cy="14719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333625" y="1476375"/>
            <a:ext cx="347408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파일 추가, 삭제, 수정 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0" name="직사각형 69"/>
          <p:cNvSpPr>
            <a:spLocks/>
          </p:cNvSpPr>
          <p:nvPr/>
        </p:nvSpPr>
        <p:spPr>
          <a:xfrm rot="0">
            <a:off x="8637270" y="6337935"/>
            <a:ext cx="257175" cy="233044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25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71" name="TextBox 70"/>
          <p:cNvSpPr txBox="1">
            <a:spLocks/>
          </p:cNvSpPr>
          <p:nvPr/>
        </p:nvSpPr>
        <p:spPr>
          <a:xfrm rot="0">
            <a:off x="2301875" y="938530"/>
            <a:ext cx="2593340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2" name="그림 71" descr="C:/Users/kosmo_21/AppData/Roaming/PolarisOffice/ETemp/6528_3547392/fImage105219846500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1932305"/>
            <a:ext cx="6642735" cy="613410"/>
          </a:xfrm>
          <a:prstGeom prst="rect"/>
          <a:noFill/>
          <a:ln w="0">
            <a:noFill/>
            <a:prstDash/>
          </a:ln>
        </p:spPr>
      </p:pic>
      <p:pic>
        <p:nvPicPr>
          <p:cNvPr id="73" name="그림 72" descr="C:/Users/kosmo_21/AppData/Roaming/PolarisOffice/ETemp/6528_3547392/fImage340099879169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2698115"/>
            <a:ext cx="6642735" cy="1570355"/>
          </a:xfrm>
          <a:prstGeom prst="rect"/>
          <a:noFill/>
          <a:ln w="0">
            <a:noFill/>
            <a:prstDash/>
          </a:ln>
        </p:spPr>
      </p:pic>
      <p:pic>
        <p:nvPicPr>
          <p:cNvPr id="74" name="그림 73" descr="C:/Users/kosmo_21/AppData/Roaming/PolarisOffice/ETemp/6528_3547392/fImage357409905724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4392295"/>
            <a:ext cx="6642735" cy="1708785"/>
          </a:xfrm>
          <a:prstGeom prst="rect"/>
          <a:noFill/>
          <a:ln w="0">
            <a:noFill/>
            <a:prstDash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3-6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135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3170" cy="317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6125" cy="14719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333625" y="1476375"/>
            <a:ext cx="5351780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ssu_client(syslog 가져오기, 특정확장자 등록)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0" name="직사각형 69"/>
          <p:cNvSpPr>
            <a:spLocks/>
          </p:cNvSpPr>
          <p:nvPr/>
        </p:nvSpPr>
        <p:spPr>
          <a:xfrm rot="0">
            <a:off x="8637270" y="6337935"/>
            <a:ext cx="257175" cy="233044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26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71" name="TextBox 70"/>
          <p:cNvSpPr txBox="1">
            <a:spLocks/>
          </p:cNvSpPr>
          <p:nvPr/>
        </p:nvSpPr>
        <p:spPr>
          <a:xfrm rot="0">
            <a:off x="2301875" y="938530"/>
            <a:ext cx="2593340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2" name="그림 71" descr="C:/Users/kosmo_21/AppData/Roaming/PolarisOffice/ETemp/6528_3547392/fImage2925810061478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1898650"/>
            <a:ext cx="6642735" cy="1156335"/>
          </a:xfrm>
          <a:prstGeom prst="rect"/>
          <a:noFill/>
          <a:ln w="0">
            <a:noFill/>
            <a:prstDash/>
          </a:ln>
        </p:spPr>
      </p:pic>
      <p:pic>
        <p:nvPicPr>
          <p:cNvPr id="73" name="그림 72" descr="C:/Users/kosmo_21/AppData/Roaming/PolarisOffice/ETemp/6528_3547392/fImage6454010099358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3165475"/>
            <a:ext cx="6642735" cy="3054350"/>
          </a:xfrm>
          <a:prstGeom prst="rect"/>
          <a:noFill/>
          <a:ln w="0">
            <a:noFill/>
            <a:prstDash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 txBox="1">
            <a:spLocks/>
          </p:cNvSpPr>
          <p:nvPr>
            <p:ph type="ctrTitle"/>
          </p:nvPr>
        </p:nvSpPr>
        <p:spPr>
          <a:xfrm rot="0">
            <a:off x="275590" y="374650"/>
            <a:ext cx="7773035" cy="147066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600" cap="none" spc="-50" dirty="0" smtClean="0" b="0">
                <a:latin typeface="맑은 고딕" charset="0"/>
                <a:ea typeface="맑은 고딕" charset="0"/>
              </a:rPr>
              <a:t>감사합니다</a:t>
            </a:r>
            <a:r>
              <a:rPr lang="en-US" altLang="ko-KR" sz="3600" cap="none" dirty="0" smtClean="0" b="1">
                <a:latin typeface="맑은 고딕" charset="0"/>
                <a:ea typeface="맑은 고딕" charset="0"/>
              </a:rPr>
              <a:t>.</a:t>
            </a:r>
            <a:endParaRPr lang="ko-KR" altLang="en-US" sz="3600" cap="none" dirty="0" smtClean="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B0F0"/>
      </a:hlink>
      <a:folHlink>
        <a:srgbClr val="595959"/>
      </a:folHlink>
    </a:clrScheme>
    <a:fontScheme name="나눔명조 ExtraBold">
      <a:majorFont>
        <a:latin typeface="나눔명조 ExtraBold"/>
        <a:ea typeface="나눔명조 ExtraBold"/>
        <a:cs typeface=""/>
      </a:majorFont>
      <a:minorFont>
        <a:latin typeface="나눔명조 ExtraBold"/>
        <a:ea typeface="나눔명조 Extra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1000">
              <a:srgbClr val="78DCF0"/>
            </a:gs>
            <a:gs pos="5000">
              <a:srgbClr val="30C9E8"/>
            </a:gs>
            <a:gs pos="70000">
              <a:srgbClr val="0D515F"/>
            </a:gs>
          </a:gsLst>
          <a:lin ang="2700000" scaled="1"/>
          <a:tileRect/>
        </a:gradFill>
        <a:ln>
          <a:noFill/>
        </a:ln>
        <a:effectLst>
          <a:outerShdw blurRad="101600" dist="76200" algn="tl" rotWithShape="0">
            <a:prstClr val="black">
              <a:alpha val="55000"/>
            </a:prstClr>
          </a:outerShdw>
        </a:effectLst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27</Pages>
  <Paragraphs>157</Paragraphs>
  <Words>412</Words>
  <TotalTime>0</TotalTime>
  <MMClips>0</MMClips>
  <ScaleCrop>false</ScaleCrop>
  <HeadingPairs>
    <vt:vector size="2" baseType="variant">
      <vt:variant>
        <vt:lpstr>제목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네이버 한글캠페인</dc:creator>
  <cp:lastModifiedBy>꾸 등</cp:lastModifiedBy>
  <dc:title>슬라이드 1</dc:title>
  <dcterms:modified xsi:type="dcterms:W3CDTF">2011-10-19T09:51:19Z</dcterms:modified>
</cp:coreProperties>
</file>